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oleObject" PartName="/ppt/embeddings/oleObject3.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6858000" cx="9144000"/>
  <p:notesSz cx="6858000" cy="9144000"/>
  <p:embeddedFontLst>
    <p:embeddedFont>
      <p:font typeface="Tahoma"/>
      <p:regular r:id="rId54"/>
      <p:bold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904">
          <p15:clr>
            <a:srgbClr val="000000"/>
          </p15:clr>
        </p15:guide>
      </p15:sldGuideLst>
    </p:ext>
    <p:ext uri="GoogleSlidesCustomDataVersion2">
      <go:slidesCustomData xmlns:go="http://customooxmlschemas.google.com/" r:id="rId56" roundtripDataSignature="AMtx7mhkC3+9vzJfPsUnX5ceWLObrLr7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90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Tahoma-bold.fntdata"/><Relationship Id="rId10" Type="http://schemas.openxmlformats.org/officeDocument/2006/relationships/slide" Target="slides/slide4.xml"/><Relationship Id="rId54" Type="http://schemas.openxmlformats.org/officeDocument/2006/relationships/font" Target="fonts/Tahoma-regular.fntdata"/><Relationship Id="rId13" Type="http://schemas.openxmlformats.org/officeDocument/2006/relationships/slide" Target="slides/slide7.xml"/><Relationship Id="rId12" Type="http://schemas.openxmlformats.org/officeDocument/2006/relationships/slide" Target="slides/slide6.xml"/><Relationship Id="rId56"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1200"/>
              <a:buFont typeface="Times New Roman"/>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chemeClr val="dk1"/>
              </a:buClr>
              <a:buSzPts val="1200"/>
              <a:buFont typeface="Times New Roman"/>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1200"/>
              <a:buFont typeface="Times New Roman"/>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imes New Roman"/>
              <a:buNone/>
            </a:pPr>
            <a:fld id="{00000000-1234-1234-1234-123412341234}" type="slidenum">
              <a:rPr b="0" i="0" lang="en-IN"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4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49"/>
          <p:cNvSpPr txBox="1"/>
          <p:nvPr>
            <p:ph type="ctrTitle"/>
          </p:nvPr>
        </p:nvSpPr>
        <p:spPr>
          <a:xfrm>
            <a:off x="304800" y="5229225"/>
            <a:ext cx="7723188" cy="762000"/>
          </a:xfrm>
          <a:prstGeom prst="rect">
            <a:avLst/>
          </a:prstGeom>
          <a:noFill/>
          <a:ln>
            <a:noFill/>
          </a:ln>
          <a:effectLst>
            <a:outerShdw rotWithShape="0" algn="ctr" dir="2699999" dist="35921">
              <a:schemeClr val="lt1"/>
            </a:outerShdw>
          </a:effectLst>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4400"/>
              <a:buFont typeface="Tahom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304800" y="6021388"/>
            <a:ext cx="7723188" cy="792162"/>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lvl="0" algn="l">
              <a:lnSpc>
                <a:spcPct val="100000"/>
              </a:lnSpc>
              <a:spcBef>
                <a:spcPts val="640"/>
              </a:spcBef>
              <a:spcAft>
                <a:spcPts val="0"/>
              </a:spcAft>
              <a:buSzPts val="2400"/>
              <a:buNone/>
              <a:defRPr/>
            </a:lvl1pPr>
            <a:lvl2pPr lvl="1" algn="ctr">
              <a:lnSpc>
                <a:spcPct val="100000"/>
              </a:lnSpc>
              <a:spcBef>
                <a:spcPts val="560"/>
              </a:spcBef>
              <a:spcAft>
                <a:spcPts val="0"/>
              </a:spcAft>
              <a:buSzPts val="2100"/>
              <a:buNone/>
              <a:defRPr/>
            </a:lvl2pPr>
            <a:lvl3pPr lvl="2" algn="ctr">
              <a:lnSpc>
                <a:spcPct val="100000"/>
              </a:lnSpc>
              <a:spcBef>
                <a:spcPts val="480"/>
              </a:spcBef>
              <a:spcAft>
                <a:spcPts val="0"/>
              </a:spcAft>
              <a:buSzPts val="1800"/>
              <a:buNone/>
              <a:defRPr/>
            </a:lvl3pPr>
            <a:lvl4pPr lvl="3" algn="ctr">
              <a:lnSpc>
                <a:spcPct val="100000"/>
              </a:lnSpc>
              <a:spcBef>
                <a:spcPts val="400"/>
              </a:spcBef>
              <a:spcAft>
                <a:spcPts val="0"/>
              </a:spcAft>
              <a:buSzPts val="1500"/>
              <a:buNone/>
              <a:defRPr/>
            </a:lvl4pPr>
            <a:lvl5pPr lvl="4" algn="ctr">
              <a:lnSpc>
                <a:spcPct val="100000"/>
              </a:lnSpc>
              <a:spcBef>
                <a:spcPts val="400"/>
              </a:spcBef>
              <a:spcAft>
                <a:spcPts val="0"/>
              </a:spcAft>
              <a:buSzPts val="1500"/>
              <a:buNone/>
              <a:defRPr/>
            </a:lvl5pPr>
            <a:lvl6pPr lvl="5" algn="l">
              <a:lnSpc>
                <a:spcPct val="100000"/>
              </a:lnSpc>
              <a:spcBef>
                <a:spcPts val="360"/>
              </a:spcBef>
              <a:spcAft>
                <a:spcPts val="0"/>
              </a:spcAft>
              <a:buSzPts val="1350"/>
              <a:buChar char="●"/>
              <a:defRPr/>
            </a:lvl6pPr>
            <a:lvl7pPr lvl="6" algn="l">
              <a:lnSpc>
                <a:spcPct val="100000"/>
              </a:lnSpc>
              <a:spcBef>
                <a:spcPts val="360"/>
              </a:spcBef>
              <a:spcAft>
                <a:spcPts val="0"/>
              </a:spcAft>
              <a:buSzPts val="1350"/>
              <a:buChar char="●"/>
              <a:defRPr/>
            </a:lvl7pPr>
            <a:lvl8pPr lvl="7" algn="l">
              <a:lnSpc>
                <a:spcPct val="100000"/>
              </a:lnSpc>
              <a:spcBef>
                <a:spcPts val="360"/>
              </a:spcBef>
              <a:spcAft>
                <a:spcPts val="0"/>
              </a:spcAft>
              <a:buSzPts val="1350"/>
              <a:buChar char="●"/>
              <a:defRPr/>
            </a:lvl8pPr>
            <a:lvl9pPr lvl="8" algn="l">
              <a:lnSpc>
                <a:spcPct val="100000"/>
              </a:lnSpc>
              <a:spcBef>
                <a:spcPts val="360"/>
              </a:spcBef>
              <a:spcAft>
                <a:spcPts val="0"/>
              </a:spcAft>
              <a:buSzPts val="1350"/>
              <a:buChar char="●"/>
              <a:defRPr/>
            </a:lvl9pPr>
          </a:lstStyle>
          <a:p/>
        </p:txBody>
      </p:sp>
      <p:sp>
        <p:nvSpPr>
          <p:cNvPr id="18" name="Google Shape;18;p4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400"/>
              <a:buFont typeface="Times New Roman"/>
              <a:buNone/>
              <a:defRPr sz="1400"/>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9" name="Google Shape;19;p4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400"/>
              <a:buFont typeface="Times New Roman"/>
              <a:buNone/>
              <a:defRPr sz="1400"/>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0" name="Google Shape;20;p4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762000" y="1773238"/>
            <a:ext cx="7696200" cy="4751387"/>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14325" lvl="1" marL="914400" algn="l">
              <a:lnSpc>
                <a:spcPct val="100000"/>
              </a:lnSpc>
              <a:spcBef>
                <a:spcPts val="360"/>
              </a:spcBef>
              <a:spcAft>
                <a:spcPts val="0"/>
              </a:spcAft>
              <a:buSzPts val="1350"/>
              <a:buChar char="●"/>
              <a:defRPr/>
            </a:lvl2pPr>
            <a:lvl3pPr indent="-314325" lvl="2" marL="1371600" algn="l">
              <a:lnSpc>
                <a:spcPct val="100000"/>
              </a:lnSpc>
              <a:spcBef>
                <a:spcPts val="360"/>
              </a:spcBef>
              <a:spcAft>
                <a:spcPts val="0"/>
              </a:spcAft>
              <a:buSzPts val="1350"/>
              <a:buChar char="●"/>
              <a:defRPr/>
            </a:lvl3pPr>
            <a:lvl4pPr indent="-314325" lvl="3" marL="1828800" algn="l">
              <a:lnSpc>
                <a:spcPct val="100000"/>
              </a:lnSpc>
              <a:spcBef>
                <a:spcPts val="360"/>
              </a:spcBef>
              <a:spcAft>
                <a:spcPts val="0"/>
              </a:spcAft>
              <a:buSzPts val="1350"/>
              <a:buChar char="●"/>
              <a:defRPr/>
            </a:lvl4pPr>
            <a:lvl5pPr indent="-314325" lvl="4" marL="2286000" algn="l">
              <a:lnSpc>
                <a:spcPct val="100000"/>
              </a:lnSpc>
              <a:spcBef>
                <a:spcPts val="360"/>
              </a:spcBef>
              <a:spcAft>
                <a:spcPts val="0"/>
              </a:spcAft>
              <a:buSzPts val="1350"/>
              <a:buChar char="●"/>
              <a:defRPr/>
            </a:lvl5pPr>
            <a:lvl6pPr indent="-314325" lvl="5" marL="2743200" algn="l">
              <a:lnSpc>
                <a:spcPct val="100000"/>
              </a:lnSpc>
              <a:spcBef>
                <a:spcPts val="360"/>
              </a:spcBef>
              <a:spcAft>
                <a:spcPts val="0"/>
              </a:spcAft>
              <a:buSzPts val="1350"/>
              <a:buChar char="●"/>
              <a:defRPr/>
            </a:lvl6pPr>
            <a:lvl7pPr indent="-314325" lvl="6" marL="3200400" algn="l">
              <a:lnSpc>
                <a:spcPct val="100000"/>
              </a:lnSpc>
              <a:spcBef>
                <a:spcPts val="360"/>
              </a:spcBef>
              <a:spcAft>
                <a:spcPts val="0"/>
              </a:spcAft>
              <a:buSzPts val="1350"/>
              <a:buChar char="●"/>
              <a:defRPr/>
            </a:lvl7pPr>
            <a:lvl8pPr indent="-314325" lvl="7" marL="3657600" algn="l">
              <a:lnSpc>
                <a:spcPct val="100000"/>
              </a:lnSpc>
              <a:spcBef>
                <a:spcPts val="360"/>
              </a:spcBef>
              <a:spcAft>
                <a:spcPts val="0"/>
              </a:spcAft>
              <a:buSzPts val="1350"/>
              <a:buChar char="●"/>
              <a:defRPr/>
            </a:lvl8pPr>
            <a:lvl9pPr indent="-314325" lvl="8" marL="4114800" algn="l">
              <a:lnSpc>
                <a:spcPct val="100000"/>
              </a:lnSpc>
              <a:spcBef>
                <a:spcPts val="360"/>
              </a:spcBef>
              <a:spcAft>
                <a:spcPts val="0"/>
              </a:spcAft>
              <a:buSzPts val="1350"/>
              <a:buChar char="●"/>
              <a:defRPr/>
            </a:lvl9pPr>
          </a:lstStyle>
          <a:p/>
        </p:txBody>
      </p:sp>
      <p:sp>
        <p:nvSpPr>
          <p:cNvPr id="24" name="Google Shape;24;p5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5" name="Google Shape;25;p5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6" name="Google Shape;26;p5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4"/>
          <p:cNvSpPr txBox="1"/>
          <p:nvPr>
            <p:ph type="title"/>
          </p:nvPr>
        </p:nvSpPr>
        <p:spPr>
          <a:xfrm>
            <a:off x="623888" y="1709738"/>
            <a:ext cx="7886700" cy="2852737"/>
          </a:xfrm>
          <a:prstGeom prst="rect">
            <a:avLst/>
          </a:prstGeom>
          <a:noFill/>
          <a:ln>
            <a:noFill/>
          </a:ln>
          <a:effectLst>
            <a:outerShdw rotWithShape="0" algn="ctr" dir="2699999" dist="35921">
              <a:schemeClr val="lt1"/>
            </a:outerShdw>
          </a:effectLst>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4500"/>
              <a:buFont typeface="Tahoma"/>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4"/>
          <p:cNvSpPr txBox="1"/>
          <p:nvPr>
            <p:ph idx="1" type="body"/>
          </p:nvPr>
        </p:nvSpPr>
        <p:spPr>
          <a:xfrm>
            <a:off x="623888" y="4589463"/>
            <a:ext cx="7886700" cy="1500187"/>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228600" lvl="0" marL="457200" algn="l">
              <a:lnSpc>
                <a:spcPct val="100000"/>
              </a:lnSpc>
              <a:spcBef>
                <a:spcPts val="360"/>
              </a:spcBef>
              <a:spcAft>
                <a:spcPts val="0"/>
              </a:spcAft>
              <a:buSzPts val="1350"/>
              <a:buNone/>
              <a:defRPr sz="1800">
                <a:solidFill>
                  <a:schemeClr val="dk1"/>
                </a:solidFill>
              </a:defRPr>
            </a:lvl1pPr>
            <a:lvl2pPr indent="-228600" lvl="1" marL="914400" algn="l">
              <a:lnSpc>
                <a:spcPct val="100000"/>
              </a:lnSpc>
              <a:spcBef>
                <a:spcPts val="300"/>
              </a:spcBef>
              <a:spcAft>
                <a:spcPts val="0"/>
              </a:spcAft>
              <a:buSzPts val="1125"/>
              <a:buNone/>
              <a:defRPr sz="1500">
                <a:solidFill>
                  <a:schemeClr val="dk1"/>
                </a:solidFill>
              </a:defRPr>
            </a:lvl2pPr>
            <a:lvl3pPr indent="-228600" lvl="2" marL="1371600" algn="l">
              <a:lnSpc>
                <a:spcPct val="100000"/>
              </a:lnSpc>
              <a:spcBef>
                <a:spcPts val="270"/>
              </a:spcBef>
              <a:spcAft>
                <a:spcPts val="0"/>
              </a:spcAft>
              <a:buSzPts val="1013"/>
              <a:buNone/>
              <a:defRPr sz="1350">
                <a:solidFill>
                  <a:schemeClr val="dk1"/>
                </a:solidFill>
              </a:defRPr>
            </a:lvl3pPr>
            <a:lvl4pPr indent="-228600" lvl="3" marL="1828800" algn="l">
              <a:lnSpc>
                <a:spcPct val="100000"/>
              </a:lnSpc>
              <a:spcBef>
                <a:spcPts val="240"/>
              </a:spcBef>
              <a:spcAft>
                <a:spcPts val="0"/>
              </a:spcAft>
              <a:buSzPts val="900"/>
              <a:buNone/>
              <a:defRPr sz="1200">
                <a:solidFill>
                  <a:schemeClr val="dk1"/>
                </a:solidFill>
              </a:defRPr>
            </a:lvl4pPr>
            <a:lvl5pPr indent="-228600" lvl="4" marL="2286000" algn="l">
              <a:lnSpc>
                <a:spcPct val="100000"/>
              </a:lnSpc>
              <a:spcBef>
                <a:spcPts val="240"/>
              </a:spcBef>
              <a:spcAft>
                <a:spcPts val="0"/>
              </a:spcAft>
              <a:buSzPts val="900"/>
              <a:buNone/>
              <a:defRPr sz="1200">
                <a:solidFill>
                  <a:schemeClr val="dk1"/>
                </a:solidFill>
              </a:defRPr>
            </a:lvl5pPr>
            <a:lvl6pPr indent="-228600" lvl="5" marL="2743200" algn="l">
              <a:lnSpc>
                <a:spcPct val="100000"/>
              </a:lnSpc>
              <a:spcBef>
                <a:spcPts val="240"/>
              </a:spcBef>
              <a:spcAft>
                <a:spcPts val="0"/>
              </a:spcAft>
              <a:buSzPts val="900"/>
              <a:buNone/>
              <a:defRPr sz="1200">
                <a:solidFill>
                  <a:schemeClr val="dk1"/>
                </a:solidFill>
              </a:defRPr>
            </a:lvl6pPr>
            <a:lvl7pPr indent="-228600" lvl="6" marL="3200400" algn="l">
              <a:lnSpc>
                <a:spcPct val="100000"/>
              </a:lnSpc>
              <a:spcBef>
                <a:spcPts val="240"/>
              </a:spcBef>
              <a:spcAft>
                <a:spcPts val="0"/>
              </a:spcAft>
              <a:buSzPts val="900"/>
              <a:buNone/>
              <a:defRPr sz="1200">
                <a:solidFill>
                  <a:schemeClr val="dk1"/>
                </a:solidFill>
              </a:defRPr>
            </a:lvl7pPr>
            <a:lvl8pPr indent="-228600" lvl="7" marL="3657600" algn="l">
              <a:lnSpc>
                <a:spcPct val="100000"/>
              </a:lnSpc>
              <a:spcBef>
                <a:spcPts val="240"/>
              </a:spcBef>
              <a:spcAft>
                <a:spcPts val="0"/>
              </a:spcAft>
              <a:buSzPts val="900"/>
              <a:buNone/>
              <a:defRPr sz="1200">
                <a:solidFill>
                  <a:schemeClr val="dk1"/>
                </a:solidFill>
              </a:defRPr>
            </a:lvl8pPr>
            <a:lvl9pPr indent="-228600" lvl="8" marL="4114800" algn="l">
              <a:lnSpc>
                <a:spcPct val="100000"/>
              </a:lnSpc>
              <a:spcBef>
                <a:spcPts val="240"/>
              </a:spcBef>
              <a:spcAft>
                <a:spcPts val="0"/>
              </a:spcAft>
              <a:buSzPts val="900"/>
              <a:buNone/>
              <a:defRPr sz="1200">
                <a:solidFill>
                  <a:schemeClr val="dk1"/>
                </a:solidFill>
              </a:defRPr>
            </a:lvl9pPr>
          </a:lstStyle>
          <a:p/>
        </p:txBody>
      </p:sp>
      <p:sp>
        <p:nvSpPr>
          <p:cNvPr id="30" name="Google Shape;30;p5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1" name="Google Shape;31;p5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2" name="Google Shape;32;p5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5"/>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5"/>
          <p:cNvSpPr txBox="1"/>
          <p:nvPr>
            <p:ph idx="1" type="body"/>
          </p:nvPr>
        </p:nvSpPr>
        <p:spPr>
          <a:xfrm>
            <a:off x="762000" y="1773238"/>
            <a:ext cx="3771138" cy="4751387"/>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14325" lvl="1" marL="914400" algn="l">
              <a:lnSpc>
                <a:spcPct val="100000"/>
              </a:lnSpc>
              <a:spcBef>
                <a:spcPts val="360"/>
              </a:spcBef>
              <a:spcAft>
                <a:spcPts val="0"/>
              </a:spcAft>
              <a:buSzPts val="1350"/>
              <a:buChar char="●"/>
              <a:defRPr/>
            </a:lvl2pPr>
            <a:lvl3pPr indent="-314325" lvl="2" marL="1371600" algn="l">
              <a:lnSpc>
                <a:spcPct val="100000"/>
              </a:lnSpc>
              <a:spcBef>
                <a:spcPts val="360"/>
              </a:spcBef>
              <a:spcAft>
                <a:spcPts val="0"/>
              </a:spcAft>
              <a:buSzPts val="1350"/>
              <a:buChar char="●"/>
              <a:defRPr/>
            </a:lvl3pPr>
            <a:lvl4pPr indent="-314325" lvl="3" marL="1828800" algn="l">
              <a:lnSpc>
                <a:spcPct val="100000"/>
              </a:lnSpc>
              <a:spcBef>
                <a:spcPts val="360"/>
              </a:spcBef>
              <a:spcAft>
                <a:spcPts val="0"/>
              </a:spcAft>
              <a:buSzPts val="1350"/>
              <a:buChar char="●"/>
              <a:defRPr/>
            </a:lvl4pPr>
            <a:lvl5pPr indent="-314325" lvl="4" marL="2286000" algn="l">
              <a:lnSpc>
                <a:spcPct val="100000"/>
              </a:lnSpc>
              <a:spcBef>
                <a:spcPts val="360"/>
              </a:spcBef>
              <a:spcAft>
                <a:spcPts val="0"/>
              </a:spcAft>
              <a:buSzPts val="1350"/>
              <a:buChar char="●"/>
              <a:defRPr/>
            </a:lvl5pPr>
            <a:lvl6pPr indent="-314325" lvl="5" marL="2743200" algn="l">
              <a:lnSpc>
                <a:spcPct val="100000"/>
              </a:lnSpc>
              <a:spcBef>
                <a:spcPts val="360"/>
              </a:spcBef>
              <a:spcAft>
                <a:spcPts val="0"/>
              </a:spcAft>
              <a:buSzPts val="1350"/>
              <a:buChar char="●"/>
              <a:defRPr/>
            </a:lvl6pPr>
            <a:lvl7pPr indent="-314325" lvl="6" marL="3200400" algn="l">
              <a:lnSpc>
                <a:spcPct val="100000"/>
              </a:lnSpc>
              <a:spcBef>
                <a:spcPts val="360"/>
              </a:spcBef>
              <a:spcAft>
                <a:spcPts val="0"/>
              </a:spcAft>
              <a:buSzPts val="1350"/>
              <a:buChar char="●"/>
              <a:defRPr/>
            </a:lvl7pPr>
            <a:lvl8pPr indent="-314325" lvl="7" marL="3657600" algn="l">
              <a:lnSpc>
                <a:spcPct val="100000"/>
              </a:lnSpc>
              <a:spcBef>
                <a:spcPts val="360"/>
              </a:spcBef>
              <a:spcAft>
                <a:spcPts val="0"/>
              </a:spcAft>
              <a:buSzPts val="1350"/>
              <a:buChar char="●"/>
              <a:defRPr/>
            </a:lvl8pPr>
            <a:lvl9pPr indent="-314325" lvl="8" marL="4114800" algn="l">
              <a:lnSpc>
                <a:spcPct val="100000"/>
              </a:lnSpc>
              <a:spcBef>
                <a:spcPts val="360"/>
              </a:spcBef>
              <a:spcAft>
                <a:spcPts val="0"/>
              </a:spcAft>
              <a:buSzPts val="1350"/>
              <a:buChar char="●"/>
              <a:defRPr/>
            </a:lvl9pPr>
          </a:lstStyle>
          <a:p/>
        </p:txBody>
      </p:sp>
      <p:sp>
        <p:nvSpPr>
          <p:cNvPr id="36" name="Google Shape;36;p55"/>
          <p:cNvSpPr txBox="1"/>
          <p:nvPr>
            <p:ph idx="2" type="body"/>
          </p:nvPr>
        </p:nvSpPr>
        <p:spPr>
          <a:xfrm>
            <a:off x="4687062" y="1773238"/>
            <a:ext cx="3771138" cy="4751387"/>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14325" lvl="1" marL="914400" algn="l">
              <a:lnSpc>
                <a:spcPct val="100000"/>
              </a:lnSpc>
              <a:spcBef>
                <a:spcPts val="360"/>
              </a:spcBef>
              <a:spcAft>
                <a:spcPts val="0"/>
              </a:spcAft>
              <a:buSzPts val="1350"/>
              <a:buChar char="●"/>
              <a:defRPr/>
            </a:lvl2pPr>
            <a:lvl3pPr indent="-314325" lvl="2" marL="1371600" algn="l">
              <a:lnSpc>
                <a:spcPct val="100000"/>
              </a:lnSpc>
              <a:spcBef>
                <a:spcPts val="360"/>
              </a:spcBef>
              <a:spcAft>
                <a:spcPts val="0"/>
              </a:spcAft>
              <a:buSzPts val="1350"/>
              <a:buChar char="●"/>
              <a:defRPr/>
            </a:lvl3pPr>
            <a:lvl4pPr indent="-314325" lvl="3" marL="1828800" algn="l">
              <a:lnSpc>
                <a:spcPct val="100000"/>
              </a:lnSpc>
              <a:spcBef>
                <a:spcPts val="360"/>
              </a:spcBef>
              <a:spcAft>
                <a:spcPts val="0"/>
              </a:spcAft>
              <a:buSzPts val="1350"/>
              <a:buChar char="●"/>
              <a:defRPr/>
            </a:lvl4pPr>
            <a:lvl5pPr indent="-314325" lvl="4" marL="2286000" algn="l">
              <a:lnSpc>
                <a:spcPct val="100000"/>
              </a:lnSpc>
              <a:spcBef>
                <a:spcPts val="360"/>
              </a:spcBef>
              <a:spcAft>
                <a:spcPts val="0"/>
              </a:spcAft>
              <a:buSzPts val="1350"/>
              <a:buChar char="●"/>
              <a:defRPr/>
            </a:lvl5pPr>
            <a:lvl6pPr indent="-314325" lvl="5" marL="2743200" algn="l">
              <a:lnSpc>
                <a:spcPct val="100000"/>
              </a:lnSpc>
              <a:spcBef>
                <a:spcPts val="360"/>
              </a:spcBef>
              <a:spcAft>
                <a:spcPts val="0"/>
              </a:spcAft>
              <a:buSzPts val="1350"/>
              <a:buChar char="●"/>
              <a:defRPr/>
            </a:lvl6pPr>
            <a:lvl7pPr indent="-314325" lvl="6" marL="3200400" algn="l">
              <a:lnSpc>
                <a:spcPct val="100000"/>
              </a:lnSpc>
              <a:spcBef>
                <a:spcPts val="360"/>
              </a:spcBef>
              <a:spcAft>
                <a:spcPts val="0"/>
              </a:spcAft>
              <a:buSzPts val="1350"/>
              <a:buChar char="●"/>
              <a:defRPr/>
            </a:lvl7pPr>
            <a:lvl8pPr indent="-314325" lvl="7" marL="3657600" algn="l">
              <a:lnSpc>
                <a:spcPct val="100000"/>
              </a:lnSpc>
              <a:spcBef>
                <a:spcPts val="360"/>
              </a:spcBef>
              <a:spcAft>
                <a:spcPts val="0"/>
              </a:spcAft>
              <a:buSzPts val="1350"/>
              <a:buChar char="●"/>
              <a:defRPr/>
            </a:lvl8pPr>
            <a:lvl9pPr indent="-314325" lvl="8" marL="4114800" algn="l">
              <a:lnSpc>
                <a:spcPct val="100000"/>
              </a:lnSpc>
              <a:spcBef>
                <a:spcPts val="360"/>
              </a:spcBef>
              <a:spcAft>
                <a:spcPts val="0"/>
              </a:spcAft>
              <a:buSzPts val="1350"/>
              <a:buChar char="●"/>
              <a:defRPr/>
            </a:lvl9pPr>
          </a:lstStyle>
          <a:p/>
        </p:txBody>
      </p:sp>
      <p:sp>
        <p:nvSpPr>
          <p:cNvPr id="37" name="Google Shape;37;p5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8" name="Google Shape;38;p5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39" name="Google Shape;39;p5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6"/>
          <p:cNvSpPr txBox="1"/>
          <p:nvPr>
            <p:ph type="title"/>
          </p:nvPr>
        </p:nvSpPr>
        <p:spPr>
          <a:xfrm>
            <a:off x="629841" y="365125"/>
            <a:ext cx="7886700" cy="1325563"/>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6"/>
          <p:cNvSpPr txBox="1"/>
          <p:nvPr>
            <p:ph idx="1" type="body"/>
          </p:nvPr>
        </p:nvSpPr>
        <p:spPr>
          <a:xfrm>
            <a:off x="629841" y="1681163"/>
            <a:ext cx="3868340" cy="823912"/>
          </a:xfrm>
          <a:prstGeom prst="rect">
            <a:avLst/>
          </a:prstGeom>
          <a:noFill/>
          <a:ln>
            <a:noFill/>
          </a:ln>
          <a:effectLst>
            <a:outerShdw rotWithShape="0" algn="ctr" dir="2699999" dist="35921">
              <a:schemeClr val="lt1"/>
            </a:outerShdw>
          </a:effectLst>
        </p:spPr>
        <p:txBody>
          <a:bodyPr anchorCtr="0" anchor="b" bIns="45700" lIns="91425" spcFirstLastPara="1" rIns="91425" wrap="square" tIns="45700">
            <a:noAutofit/>
          </a:bodyPr>
          <a:lstStyle>
            <a:lvl1pPr indent="-228600" lvl="0" marL="457200" algn="l">
              <a:lnSpc>
                <a:spcPct val="100000"/>
              </a:lnSpc>
              <a:spcBef>
                <a:spcPts val="360"/>
              </a:spcBef>
              <a:spcAft>
                <a:spcPts val="0"/>
              </a:spcAft>
              <a:buSzPts val="1350"/>
              <a:buNone/>
              <a:defRPr b="1" sz="1800"/>
            </a:lvl1pPr>
            <a:lvl2pPr indent="-228600" lvl="1" marL="914400" algn="l">
              <a:lnSpc>
                <a:spcPct val="100000"/>
              </a:lnSpc>
              <a:spcBef>
                <a:spcPts val="300"/>
              </a:spcBef>
              <a:spcAft>
                <a:spcPts val="0"/>
              </a:spcAft>
              <a:buSzPts val="1125"/>
              <a:buNone/>
              <a:defRPr b="1" sz="1500"/>
            </a:lvl2pPr>
            <a:lvl3pPr indent="-228600" lvl="2" marL="1371600" algn="l">
              <a:lnSpc>
                <a:spcPct val="100000"/>
              </a:lnSpc>
              <a:spcBef>
                <a:spcPts val="270"/>
              </a:spcBef>
              <a:spcAft>
                <a:spcPts val="0"/>
              </a:spcAft>
              <a:buSzPts val="1013"/>
              <a:buNone/>
              <a:defRPr b="1" sz="1350"/>
            </a:lvl3pPr>
            <a:lvl4pPr indent="-228600" lvl="3" marL="1828800" algn="l">
              <a:lnSpc>
                <a:spcPct val="100000"/>
              </a:lnSpc>
              <a:spcBef>
                <a:spcPts val="240"/>
              </a:spcBef>
              <a:spcAft>
                <a:spcPts val="0"/>
              </a:spcAft>
              <a:buSzPts val="900"/>
              <a:buNone/>
              <a:defRPr b="1" sz="1200"/>
            </a:lvl4pPr>
            <a:lvl5pPr indent="-228600" lvl="4" marL="2286000" algn="l">
              <a:lnSpc>
                <a:spcPct val="100000"/>
              </a:lnSpc>
              <a:spcBef>
                <a:spcPts val="240"/>
              </a:spcBef>
              <a:spcAft>
                <a:spcPts val="0"/>
              </a:spcAft>
              <a:buSzPts val="900"/>
              <a:buNone/>
              <a:defRPr b="1" sz="1200"/>
            </a:lvl5pPr>
            <a:lvl6pPr indent="-228600" lvl="5" marL="2743200" algn="l">
              <a:lnSpc>
                <a:spcPct val="100000"/>
              </a:lnSpc>
              <a:spcBef>
                <a:spcPts val="240"/>
              </a:spcBef>
              <a:spcAft>
                <a:spcPts val="0"/>
              </a:spcAft>
              <a:buSzPts val="900"/>
              <a:buNone/>
              <a:defRPr b="1" sz="1200"/>
            </a:lvl6pPr>
            <a:lvl7pPr indent="-228600" lvl="6" marL="3200400" algn="l">
              <a:lnSpc>
                <a:spcPct val="100000"/>
              </a:lnSpc>
              <a:spcBef>
                <a:spcPts val="240"/>
              </a:spcBef>
              <a:spcAft>
                <a:spcPts val="0"/>
              </a:spcAft>
              <a:buSzPts val="900"/>
              <a:buNone/>
              <a:defRPr b="1" sz="1200"/>
            </a:lvl7pPr>
            <a:lvl8pPr indent="-228600" lvl="7" marL="3657600" algn="l">
              <a:lnSpc>
                <a:spcPct val="100000"/>
              </a:lnSpc>
              <a:spcBef>
                <a:spcPts val="240"/>
              </a:spcBef>
              <a:spcAft>
                <a:spcPts val="0"/>
              </a:spcAft>
              <a:buSzPts val="900"/>
              <a:buNone/>
              <a:defRPr b="1" sz="1200"/>
            </a:lvl8pPr>
            <a:lvl9pPr indent="-228600" lvl="8" marL="4114800" algn="l">
              <a:lnSpc>
                <a:spcPct val="100000"/>
              </a:lnSpc>
              <a:spcBef>
                <a:spcPts val="240"/>
              </a:spcBef>
              <a:spcAft>
                <a:spcPts val="0"/>
              </a:spcAft>
              <a:buSzPts val="900"/>
              <a:buNone/>
              <a:defRPr b="1" sz="1200"/>
            </a:lvl9pPr>
          </a:lstStyle>
          <a:p/>
        </p:txBody>
      </p:sp>
      <p:sp>
        <p:nvSpPr>
          <p:cNvPr id="43" name="Google Shape;43;p56"/>
          <p:cNvSpPr txBox="1"/>
          <p:nvPr>
            <p:ph idx="2" type="body"/>
          </p:nvPr>
        </p:nvSpPr>
        <p:spPr>
          <a:xfrm>
            <a:off x="629841" y="2505075"/>
            <a:ext cx="3868340" cy="3684588"/>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14325" lvl="1" marL="914400" algn="l">
              <a:lnSpc>
                <a:spcPct val="100000"/>
              </a:lnSpc>
              <a:spcBef>
                <a:spcPts val="360"/>
              </a:spcBef>
              <a:spcAft>
                <a:spcPts val="0"/>
              </a:spcAft>
              <a:buSzPts val="1350"/>
              <a:buChar char="●"/>
              <a:defRPr/>
            </a:lvl2pPr>
            <a:lvl3pPr indent="-314325" lvl="2" marL="1371600" algn="l">
              <a:lnSpc>
                <a:spcPct val="100000"/>
              </a:lnSpc>
              <a:spcBef>
                <a:spcPts val="360"/>
              </a:spcBef>
              <a:spcAft>
                <a:spcPts val="0"/>
              </a:spcAft>
              <a:buSzPts val="1350"/>
              <a:buChar char="●"/>
              <a:defRPr/>
            </a:lvl3pPr>
            <a:lvl4pPr indent="-314325" lvl="3" marL="1828800" algn="l">
              <a:lnSpc>
                <a:spcPct val="100000"/>
              </a:lnSpc>
              <a:spcBef>
                <a:spcPts val="360"/>
              </a:spcBef>
              <a:spcAft>
                <a:spcPts val="0"/>
              </a:spcAft>
              <a:buSzPts val="1350"/>
              <a:buChar char="●"/>
              <a:defRPr/>
            </a:lvl4pPr>
            <a:lvl5pPr indent="-314325" lvl="4" marL="2286000" algn="l">
              <a:lnSpc>
                <a:spcPct val="100000"/>
              </a:lnSpc>
              <a:spcBef>
                <a:spcPts val="360"/>
              </a:spcBef>
              <a:spcAft>
                <a:spcPts val="0"/>
              </a:spcAft>
              <a:buSzPts val="1350"/>
              <a:buChar char="●"/>
              <a:defRPr/>
            </a:lvl5pPr>
            <a:lvl6pPr indent="-314325" lvl="5" marL="2743200" algn="l">
              <a:lnSpc>
                <a:spcPct val="100000"/>
              </a:lnSpc>
              <a:spcBef>
                <a:spcPts val="360"/>
              </a:spcBef>
              <a:spcAft>
                <a:spcPts val="0"/>
              </a:spcAft>
              <a:buSzPts val="1350"/>
              <a:buChar char="●"/>
              <a:defRPr/>
            </a:lvl6pPr>
            <a:lvl7pPr indent="-314325" lvl="6" marL="3200400" algn="l">
              <a:lnSpc>
                <a:spcPct val="100000"/>
              </a:lnSpc>
              <a:spcBef>
                <a:spcPts val="360"/>
              </a:spcBef>
              <a:spcAft>
                <a:spcPts val="0"/>
              </a:spcAft>
              <a:buSzPts val="1350"/>
              <a:buChar char="●"/>
              <a:defRPr/>
            </a:lvl7pPr>
            <a:lvl8pPr indent="-314325" lvl="7" marL="3657600" algn="l">
              <a:lnSpc>
                <a:spcPct val="100000"/>
              </a:lnSpc>
              <a:spcBef>
                <a:spcPts val="360"/>
              </a:spcBef>
              <a:spcAft>
                <a:spcPts val="0"/>
              </a:spcAft>
              <a:buSzPts val="1350"/>
              <a:buChar char="●"/>
              <a:defRPr/>
            </a:lvl8pPr>
            <a:lvl9pPr indent="-314325" lvl="8" marL="4114800" algn="l">
              <a:lnSpc>
                <a:spcPct val="100000"/>
              </a:lnSpc>
              <a:spcBef>
                <a:spcPts val="360"/>
              </a:spcBef>
              <a:spcAft>
                <a:spcPts val="0"/>
              </a:spcAft>
              <a:buSzPts val="1350"/>
              <a:buChar char="●"/>
              <a:defRPr/>
            </a:lvl9pPr>
          </a:lstStyle>
          <a:p/>
        </p:txBody>
      </p:sp>
      <p:sp>
        <p:nvSpPr>
          <p:cNvPr id="44" name="Google Shape;44;p56"/>
          <p:cNvSpPr txBox="1"/>
          <p:nvPr>
            <p:ph idx="3" type="body"/>
          </p:nvPr>
        </p:nvSpPr>
        <p:spPr>
          <a:xfrm>
            <a:off x="4629150" y="1681163"/>
            <a:ext cx="3887391" cy="823912"/>
          </a:xfrm>
          <a:prstGeom prst="rect">
            <a:avLst/>
          </a:prstGeom>
          <a:noFill/>
          <a:ln>
            <a:noFill/>
          </a:ln>
          <a:effectLst>
            <a:outerShdw rotWithShape="0" algn="ctr" dir="2699999" dist="35921">
              <a:schemeClr val="lt1"/>
            </a:outerShdw>
          </a:effectLst>
        </p:spPr>
        <p:txBody>
          <a:bodyPr anchorCtr="0" anchor="b" bIns="45700" lIns="91425" spcFirstLastPara="1" rIns="91425" wrap="square" tIns="45700">
            <a:noAutofit/>
          </a:bodyPr>
          <a:lstStyle>
            <a:lvl1pPr indent="-228600" lvl="0" marL="457200" algn="l">
              <a:lnSpc>
                <a:spcPct val="100000"/>
              </a:lnSpc>
              <a:spcBef>
                <a:spcPts val="360"/>
              </a:spcBef>
              <a:spcAft>
                <a:spcPts val="0"/>
              </a:spcAft>
              <a:buSzPts val="1350"/>
              <a:buNone/>
              <a:defRPr b="1" sz="1800"/>
            </a:lvl1pPr>
            <a:lvl2pPr indent="-228600" lvl="1" marL="914400" algn="l">
              <a:lnSpc>
                <a:spcPct val="100000"/>
              </a:lnSpc>
              <a:spcBef>
                <a:spcPts val="300"/>
              </a:spcBef>
              <a:spcAft>
                <a:spcPts val="0"/>
              </a:spcAft>
              <a:buSzPts val="1125"/>
              <a:buNone/>
              <a:defRPr b="1" sz="1500"/>
            </a:lvl2pPr>
            <a:lvl3pPr indent="-228600" lvl="2" marL="1371600" algn="l">
              <a:lnSpc>
                <a:spcPct val="100000"/>
              </a:lnSpc>
              <a:spcBef>
                <a:spcPts val="270"/>
              </a:spcBef>
              <a:spcAft>
                <a:spcPts val="0"/>
              </a:spcAft>
              <a:buSzPts val="1013"/>
              <a:buNone/>
              <a:defRPr b="1" sz="1350"/>
            </a:lvl3pPr>
            <a:lvl4pPr indent="-228600" lvl="3" marL="1828800" algn="l">
              <a:lnSpc>
                <a:spcPct val="100000"/>
              </a:lnSpc>
              <a:spcBef>
                <a:spcPts val="240"/>
              </a:spcBef>
              <a:spcAft>
                <a:spcPts val="0"/>
              </a:spcAft>
              <a:buSzPts val="900"/>
              <a:buNone/>
              <a:defRPr b="1" sz="1200"/>
            </a:lvl4pPr>
            <a:lvl5pPr indent="-228600" lvl="4" marL="2286000" algn="l">
              <a:lnSpc>
                <a:spcPct val="100000"/>
              </a:lnSpc>
              <a:spcBef>
                <a:spcPts val="240"/>
              </a:spcBef>
              <a:spcAft>
                <a:spcPts val="0"/>
              </a:spcAft>
              <a:buSzPts val="900"/>
              <a:buNone/>
              <a:defRPr b="1" sz="1200"/>
            </a:lvl5pPr>
            <a:lvl6pPr indent="-228600" lvl="5" marL="2743200" algn="l">
              <a:lnSpc>
                <a:spcPct val="100000"/>
              </a:lnSpc>
              <a:spcBef>
                <a:spcPts val="240"/>
              </a:spcBef>
              <a:spcAft>
                <a:spcPts val="0"/>
              </a:spcAft>
              <a:buSzPts val="900"/>
              <a:buNone/>
              <a:defRPr b="1" sz="1200"/>
            </a:lvl6pPr>
            <a:lvl7pPr indent="-228600" lvl="6" marL="3200400" algn="l">
              <a:lnSpc>
                <a:spcPct val="100000"/>
              </a:lnSpc>
              <a:spcBef>
                <a:spcPts val="240"/>
              </a:spcBef>
              <a:spcAft>
                <a:spcPts val="0"/>
              </a:spcAft>
              <a:buSzPts val="900"/>
              <a:buNone/>
              <a:defRPr b="1" sz="1200"/>
            </a:lvl7pPr>
            <a:lvl8pPr indent="-228600" lvl="7" marL="3657600" algn="l">
              <a:lnSpc>
                <a:spcPct val="100000"/>
              </a:lnSpc>
              <a:spcBef>
                <a:spcPts val="240"/>
              </a:spcBef>
              <a:spcAft>
                <a:spcPts val="0"/>
              </a:spcAft>
              <a:buSzPts val="900"/>
              <a:buNone/>
              <a:defRPr b="1" sz="1200"/>
            </a:lvl8pPr>
            <a:lvl9pPr indent="-228600" lvl="8" marL="4114800" algn="l">
              <a:lnSpc>
                <a:spcPct val="100000"/>
              </a:lnSpc>
              <a:spcBef>
                <a:spcPts val="240"/>
              </a:spcBef>
              <a:spcAft>
                <a:spcPts val="0"/>
              </a:spcAft>
              <a:buSzPts val="900"/>
              <a:buNone/>
              <a:defRPr b="1" sz="1200"/>
            </a:lvl9pPr>
          </a:lstStyle>
          <a:p/>
        </p:txBody>
      </p:sp>
      <p:sp>
        <p:nvSpPr>
          <p:cNvPr id="45" name="Google Shape;45;p56"/>
          <p:cNvSpPr txBox="1"/>
          <p:nvPr>
            <p:ph idx="4" type="body"/>
          </p:nvPr>
        </p:nvSpPr>
        <p:spPr>
          <a:xfrm>
            <a:off x="4629150" y="2505075"/>
            <a:ext cx="3887391" cy="3684588"/>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14325" lvl="1" marL="914400" algn="l">
              <a:lnSpc>
                <a:spcPct val="100000"/>
              </a:lnSpc>
              <a:spcBef>
                <a:spcPts val="360"/>
              </a:spcBef>
              <a:spcAft>
                <a:spcPts val="0"/>
              </a:spcAft>
              <a:buSzPts val="1350"/>
              <a:buChar char="●"/>
              <a:defRPr/>
            </a:lvl2pPr>
            <a:lvl3pPr indent="-314325" lvl="2" marL="1371600" algn="l">
              <a:lnSpc>
                <a:spcPct val="100000"/>
              </a:lnSpc>
              <a:spcBef>
                <a:spcPts val="360"/>
              </a:spcBef>
              <a:spcAft>
                <a:spcPts val="0"/>
              </a:spcAft>
              <a:buSzPts val="1350"/>
              <a:buChar char="●"/>
              <a:defRPr/>
            </a:lvl3pPr>
            <a:lvl4pPr indent="-314325" lvl="3" marL="1828800" algn="l">
              <a:lnSpc>
                <a:spcPct val="100000"/>
              </a:lnSpc>
              <a:spcBef>
                <a:spcPts val="360"/>
              </a:spcBef>
              <a:spcAft>
                <a:spcPts val="0"/>
              </a:spcAft>
              <a:buSzPts val="1350"/>
              <a:buChar char="●"/>
              <a:defRPr/>
            </a:lvl4pPr>
            <a:lvl5pPr indent="-314325" lvl="4" marL="2286000" algn="l">
              <a:lnSpc>
                <a:spcPct val="100000"/>
              </a:lnSpc>
              <a:spcBef>
                <a:spcPts val="360"/>
              </a:spcBef>
              <a:spcAft>
                <a:spcPts val="0"/>
              </a:spcAft>
              <a:buSzPts val="1350"/>
              <a:buChar char="●"/>
              <a:defRPr/>
            </a:lvl5pPr>
            <a:lvl6pPr indent="-314325" lvl="5" marL="2743200" algn="l">
              <a:lnSpc>
                <a:spcPct val="100000"/>
              </a:lnSpc>
              <a:spcBef>
                <a:spcPts val="360"/>
              </a:spcBef>
              <a:spcAft>
                <a:spcPts val="0"/>
              </a:spcAft>
              <a:buSzPts val="1350"/>
              <a:buChar char="●"/>
              <a:defRPr/>
            </a:lvl6pPr>
            <a:lvl7pPr indent="-314325" lvl="6" marL="3200400" algn="l">
              <a:lnSpc>
                <a:spcPct val="100000"/>
              </a:lnSpc>
              <a:spcBef>
                <a:spcPts val="360"/>
              </a:spcBef>
              <a:spcAft>
                <a:spcPts val="0"/>
              </a:spcAft>
              <a:buSzPts val="1350"/>
              <a:buChar char="●"/>
              <a:defRPr/>
            </a:lvl7pPr>
            <a:lvl8pPr indent="-314325" lvl="7" marL="3657600" algn="l">
              <a:lnSpc>
                <a:spcPct val="100000"/>
              </a:lnSpc>
              <a:spcBef>
                <a:spcPts val="360"/>
              </a:spcBef>
              <a:spcAft>
                <a:spcPts val="0"/>
              </a:spcAft>
              <a:buSzPts val="1350"/>
              <a:buChar char="●"/>
              <a:defRPr/>
            </a:lvl8pPr>
            <a:lvl9pPr indent="-314325" lvl="8" marL="4114800" algn="l">
              <a:lnSpc>
                <a:spcPct val="100000"/>
              </a:lnSpc>
              <a:spcBef>
                <a:spcPts val="360"/>
              </a:spcBef>
              <a:spcAft>
                <a:spcPts val="0"/>
              </a:spcAft>
              <a:buSzPts val="1350"/>
              <a:buChar char="●"/>
              <a:defRPr/>
            </a:lvl9pPr>
          </a:lstStyle>
          <a:p/>
        </p:txBody>
      </p:sp>
      <p:sp>
        <p:nvSpPr>
          <p:cNvPr id="46" name="Google Shape;46;p5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47" name="Google Shape;47;p5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48" name="Google Shape;48;p5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7"/>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52" name="Google Shape;52;p5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53" name="Google Shape;53;p5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5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56" name="Google Shape;56;p5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57" name="Google Shape;57;p5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9"/>
          <p:cNvSpPr txBox="1"/>
          <p:nvPr>
            <p:ph type="title"/>
          </p:nvPr>
        </p:nvSpPr>
        <p:spPr>
          <a:xfrm>
            <a:off x="629841" y="457200"/>
            <a:ext cx="2949178" cy="1600200"/>
          </a:xfrm>
          <a:prstGeom prst="rect">
            <a:avLst/>
          </a:prstGeom>
          <a:noFill/>
          <a:ln>
            <a:noFill/>
          </a:ln>
          <a:effectLst>
            <a:outerShdw rotWithShape="0" algn="ctr" dir="2699999" dist="35921">
              <a:schemeClr val="lt1"/>
            </a:outerShdw>
          </a:effectLst>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400"/>
              <a:buFont typeface="Tahoma"/>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9"/>
          <p:cNvSpPr txBox="1"/>
          <p:nvPr>
            <p:ph idx="1" type="body"/>
          </p:nvPr>
        </p:nvSpPr>
        <p:spPr>
          <a:xfrm>
            <a:off x="3887391" y="987425"/>
            <a:ext cx="4629150" cy="4873625"/>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42900" lvl="0" marL="457200" algn="l">
              <a:lnSpc>
                <a:spcPct val="100000"/>
              </a:lnSpc>
              <a:spcBef>
                <a:spcPts val="480"/>
              </a:spcBef>
              <a:spcAft>
                <a:spcPts val="0"/>
              </a:spcAft>
              <a:buSzPts val="1800"/>
              <a:buChar char="●"/>
              <a:defRPr sz="2400"/>
            </a:lvl1pPr>
            <a:lvl2pPr indent="-328612" lvl="1" marL="914400" algn="l">
              <a:lnSpc>
                <a:spcPct val="100000"/>
              </a:lnSpc>
              <a:spcBef>
                <a:spcPts val="420"/>
              </a:spcBef>
              <a:spcAft>
                <a:spcPts val="0"/>
              </a:spcAft>
              <a:buSzPts val="1575"/>
              <a:buChar char="●"/>
              <a:defRPr sz="2100"/>
            </a:lvl2pPr>
            <a:lvl3pPr indent="-314325" lvl="2" marL="1371600" algn="l">
              <a:lnSpc>
                <a:spcPct val="100000"/>
              </a:lnSpc>
              <a:spcBef>
                <a:spcPts val="360"/>
              </a:spcBef>
              <a:spcAft>
                <a:spcPts val="0"/>
              </a:spcAft>
              <a:buSzPts val="1350"/>
              <a:buChar char="●"/>
              <a:defRPr sz="1800"/>
            </a:lvl3pPr>
            <a:lvl4pPr indent="-300037" lvl="3" marL="1828800" algn="l">
              <a:lnSpc>
                <a:spcPct val="100000"/>
              </a:lnSpc>
              <a:spcBef>
                <a:spcPts val="300"/>
              </a:spcBef>
              <a:spcAft>
                <a:spcPts val="0"/>
              </a:spcAft>
              <a:buSzPts val="1125"/>
              <a:buChar char="●"/>
              <a:defRPr sz="1500"/>
            </a:lvl4pPr>
            <a:lvl5pPr indent="-300037" lvl="4" marL="2286000" algn="l">
              <a:lnSpc>
                <a:spcPct val="100000"/>
              </a:lnSpc>
              <a:spcBef>
                <a:spcPts val="300"/>
              </a:spcBef>
              <a:spcAft>
                <a:spcPts val="0"/>
              </a:spcAft>
              <a:buSzPts val="1125"/>
              <a:buChar char="●"/>
              <a:defRPr sz="1500"/>
            </a:lvl5pPr>
            <a:lvl6pPr indent="-300037" lvl="5" marL="2743200" algn="l">
              <a:lnSpc>
                <a:spcPct val="100000"/>
              </a:lnSpc>
              <a:spcBef>
                <a:spcPts val="300"/>
              </a:spcBef>
              <a:spcAft>
                <a:spcPts val="0"/>
              </a:spcAft>
              <a:buSzPts val="1125"/>
              <a:buChar char="●"/>
              <a:defRPr sz="1500"/>
            </a:lvl6pPr>
            <a:lvl7pPr indent="-300037" lvl="6" marL="3200400" algn="l">
              <a:lnSpc>
                <a:spcPct val="100000"/>
              </a:lnSpc>
              <a:spcBef>
                <a:spcPts val="300"/>
              </a:spcBef>
              <a:spcAft>
                <a:spcPts val="0"/>
              </a:spcAft>
              <a:buSzPts val="1125"/>
              <a:buChar char="●"/>
              <a:defRPr sz="1500"/>
            </a:lvl7pPr>
            <a:lvl8pPr indent="-300037" lvl="7" marL="3657600" algn="l">
              <a:lnSpc>
                <a:spcPct val="100000"/>
              </a:lnSpc>
              <a:spcBef>
                <a:spcPts val="300"/>
              </a:spcBef>
              <a:spcAft>
                <a:spcPts val="0"/>
              </a:spcAft>
              <a:buSzPts val="1125"/>
              <a:buChar char="●"/>
              <a:defRPr sz="1500"/>
            </a:lvl8pPr>
            <a:lvl9pPr indent="-300037" lvl="8" marL="4114800" algn="l">
              <a:lnSpc>
                <a:spcPct val="100000"/>
              </a:lnSpc>
              <a:spcBef>
                <a:spcPts val="300"/>
              </a:spcBef>
              <a:spcAft>
                <a:spcPts val="0"/>
              </a:spcAft>
              <a:buSzPts val="1125"/>
              <a:buChar char="●"/>
              <a:defRPr sz="1500"/>
            </a:lvl9pPr>
          </a:lstStyle>
          <a:p/>
        </p:txBody>
      </p:sp>
      <p:sp>
        <p:nvSpPr>
          <p:cNvPr id="61" name="Google Shape;61;p59"/>
          <p:cNvSpPr txBox="1"/>
          <p:nvPr>
            <p:ph idx="2" type="body"/>
          </p:nvPr>
        </p:nvSpPr>
        <p:spPr>
          <a:xfrm>
            <a:off x="629841" y="2057400"/>
            <a:ext cx="2949178" cy="3811588"/>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228600" lvl="0" marL="457200" algn="l">
              <a:lnSpc>
                <a:spcPct val="100000"/>
              </a:lnSpc>
              <a:spcBef>
                <a:spcPts val="240"/>
              </a:spcBef>
              <a:spcAft>
                <a:spcPts val="0"/>
              </a:spcAft>
              <a:buSzPts val="900"/>
              <a:buNone/>
              <a:defRPr sz="1200"/>
            </a:lvl1pPr>
            <a:lvl2pPr indent="-228600" lvl="1" marL="914400" algn="l">
              <a:lnSpc>
                <a:spcPct val="100000"/>
              </a:lnSpc>
              <a:spcBef>
                <a:spcPts val="210"/>
              </a:spcBef>
              <a:spcAft>
                <a:spcPts val="0"/>
              </a:spcAft>
              <a:buSzPts val="788"/>
              <a:buNone/>
              <a:defRPr sz="1050"/>
            </a:lvl2pPr>
            <a:lvl3pPr indent="-228600" lvl="2" marL="1371600" algn="l">
              <a:lnSpc>
                <a:spcPct val="100000"/>
              </a:lnSpc>
              <a:spcBef>
                <a:spcPts val="180"/>
              </a:spcBef>
              <a:spcAft>
                <a:spcPts val="0"/>
              </a:spcAft>
              <a:buSzPts val="675"/>
              <a:buNone/>
              <a:defRPr sz="900"/>
            </a:lvl3pPr>
            <a:lvl4pPr indent="-228600" lvl="3" marL="1828800" algn="l">
              <a:lnSpc>
                <a:spcPct val="100000"/>
              </a:lnSpc>
              <a:spcBef>
                <a:spcPts val="150"/>
              </a:spcBef>
              <a:spcAft>
                <a:spcPts val="0"/>
              </a:spcAft>
              <a:buSzPts val="563"/>
              <a:buNone/>
              <a:defRPr sz="750"/>
            </a:lvl4pPr>
            <a:lvl5pPr indent="-228600" lvl="4" marL="2286000" algn="l">
              <a:lnSpc>
                <a:spcPct val="100000"/>
              </a:lnSpc>
              <a:spcBef>
                <a:spcPts val="150"/>
              </a:spcBef>
              <a:spcAft>
                <a:spcPts val="0"/>
              </a:spcAft>
              <a:buSzPts val="563"/>
              <a:buNone/>
              <a:defRPr sz="750"/>
            </a:lvl5pPr>
            <a:lvl6pPr indent="-228600" lvl="5" marL="2743200" algn="l">
              <a:lnSpc>
                <a:spcPct val="100000"/>
              </a:lnSpc>
              <a:spcBef>
                <a:spcPts val="150"/>
              </a:spcBef>
              <a:spcAft>
                <a:spcPts val="0"/>
              </a:spcAft>
              <a:buSzPts val="563"/>
              <a:buNone/>
              <a:defRPr sz="750"/>
            </a:lvl6pPr>
            <a:lvl7pPr indent="-228600" lvl="6" marL="3200400" algn="l">
              <a:lnSpc>
                <a:spcPct val="100000"/>
              </a:lnSpc>
              <a:spcBef>
                <a:spcPts val="150"/>
              </a:spcBef>
              <a:spcAft>
                <a:spcPts val="0"/>
              </a:spcAft>
              <a:buSzPts val="563"/>
              <a:buNone/>
              <a:defRPr sz="750"/>
            </a:lvl7pPr>
            <a:lvl8pPr indent="-228600" lvl="7" marL="3657600" algn="l">
              <a:lnSpc>
                <a:spcPct val="100000"/>
              </a:lnSpc>
              <a:spcBef>
                <a:spcPts val="150"/>
              </a:spcBef>
              <a:spcAft>
                <a:spcPts val="0"/>
              </a:spcAft>
              <a:buSzPts val="563"/>
              <a:buNone/>
              <a:defRPr sz="750"/>
            </a:lvl8pPr>
            <a:lvl9pPr indent="-228600" lvl="8" marL="4114800" algn="l">
              <a:lnSpc>
                <a:spcPct val="100000"/>
              </a:lnSpc>
              <a:spcBef>
                <a:spcPts val="150"/>
              </a:spcBef>
              <a:spcAft>
                <a:spcPts val="0"/>
              </a:spcAft>
              <a:buSzPts val="563"/>
              <a:buNone/>
              <a:defRPr sz="750"/>
            </a:lvl9pPr>
          </a:lstStyle>
          <a:p/>
        </p:txBody>
      </p:sp>
      <p:sp>
        <p:nvSpPr>
          <p:cNvPr id="62" name="Google Shape;62;p5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63" name="Google Shape;63;p5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64" name="Google Shape;64;p5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60"/>
          <p:cNvSpPr txBox="1"/>
          <p:nvPr>
            <p:ph type="title"/>
          </p:nvPr>
        </p:nvSpPr>
        <p:spPr>
          <a:xfrm>
            <a:off x="629841" y="457200"/>
            <a:ext cx="2949178" cy="1600200"/>
          </a:xfrm>
          <a:prstGeom prst="rect">
            <a:avLst/>
          </a:prstGeom>
          <a:noFill/>
          <a:ln>
            <a:noFill/>
          </a:ln>
          <a:effectLst>
            <a:outerShdw rotWithShape="0" algn="ctr" dir="2699999" dist="35921">
              <a:schemeClr val="lt1"/>
            </a:outerShdw>
          </a:effectLst>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400"/>
              <a:buFont typeface="Tahoma"/>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60"/>
          <p:cNvSpPr/>
          <p:nvPr>
            <p:ph idx="2" type="pic"/>
          </p:nvPr>
        </p:nvSpPr>
        <p:spPr>
          <a:xfrm>
            <a:off x="3887391" y="987425"/>
            <a:ext cx="4629150" cy="4873625"/>
          </a:xfrm>
          <a:prstGeom prst="rect">
            <a:avLst/>
          </a:prstGeom>
          <a:noFill/>
          <a:ln>
            <a:noFill/>
          </a:ln>
          <a:effectLst>
            <a:outerShdw rotWithShape="0" algn="ctr" dir="2699999" dist="35921">
              <a:schemeClr val="lt1"/>
            </a:outerShdw>
          </a:effectLst>
        </p:spPr>
      </p:sp>
      <p:sp>
        <p:nvSpPr>
          <p:cNvPr id="68" name="Google Shape;68;p60"/>
          <p:cNvSpPr txBox="1"/>
          <p:nvPr>
            <p:ph idx="1" type="body"/>
          </p:nvPr>
        </p:nvSpPr>
        <p:spPr>
          <a:xfrm>
            <a:off x="629841" y="2057400"/>
            <a:ext cx="2949178" cy="3811588"/>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228600" lvl="0" marL="457200" algn="l">
              <a:lnSpc>
                <a:spcPct val="100000"/>
              </a:lnSpc>
              <a:spcBef>
                <a:spcPts val="240"/>
              </a:spcBef>
              <a:spcAft>
                <a:spcPts val="0"/>
              </a:spcAft>
              <a:buSzPts val="900"/>
              <a:buNone/>
              <a:defRPr sz="1200"/>
            </a:lvl1pPr>
            <a:lvl2pPr indent="-228600" lvl="1" marL="914400" algn="l">
              <a:lnSpc>
                <a:spcPct val="100000"/>
              </a:lnSpc>
              <a:spcBef>
                <a:spcPts val="210"/>
              </a:spcBef>
              <a:spcAft>
                <a:spcPts val="0"/>
              </a:spcAft>
              <a:buSzPts val="788"/>
              <a:buNone/>
              <a:defRPr sz="1050"/>
            </a:lvl2pPr>
            <a:lvl3pPr indent="-228600" lvl="2" marL="1371600" algn="l">
              <a:lnSpc>
                <a:spcPct val="100000"/>
              </a:lnSpc>
              <a:spcBef>
                <a:spcPts val="180"/>
              </a:spcBef>
              <a:spcAft>
                <a:spcPts val="0"/>
              </a:spcAft>
              <a:buSzPts val="675"/>
              <a:buNone/>
              <a:defRPr sz="900"/>
            </a:lvl3pPr>
            <a:lvl4pPr indent="-228600" lvl="3" marL="1828800" algn="l">
              <a:lnSpc>
                <a:spcPct val="100000"/>
              </a:lnSpc>
              <a:spcBef>
                <a:spcPts val="150"/>
              </a:spcBef>
              <a:spcAft>
                <a:spcPts val="0"/>
              </a:spcAft>
              <a:buSzPts val="563"/>
              <a:buNone/>
              <a:defRPr sz="750"/>
            </a:lvl4pPr>
            <a:lvl5pPr indent="-228600" lvl="4" marL="2286000" algn="l">
              <a:lnSpc>
                <a:spcPct val="100000"/>
              </a:lnSpc>
              <a:spcBef>
                <a:spcPts val="150"/>
              </a:spcBef>
              <a:spcAft>
                <a:spcPts val="0"/>
              </a:spcAft>
              <a:buSzPts val="563"/>
              <a:buNone/>
              <a:defRPr sz="750"/>
            </a:lvl5pPr>
            <a:lvl6pPr indent="-228600" lvl="5" marL="2743200" algn="l">
              <a:lnSpc>
                <a:spcPct val="100000"/>
              </a:lnSpc>
              <a:spcBef>
                <a:spcPts val="150"/>
              </a:spcBef>
              <a:spcAft>
                <a:spcPts val="0"/>
              </a:spcAft>
              <a:buSzPts val="563"/>
              <a:buNone/>
              <a:defRPr sz="750"/>
            </a:lvl6pPr>
            <a:lvl7pPr indent="-228600" lvl="6" marL="3200400" algn="l">
              <a:lnSpc>
                <a:spcPct val="100000"/>
              </a:lnSpc>
              <a:spcBef>
                <a:spcPts val="150"/>
              </a:spcBef>
              <a:spcAft>
                <a:spcPts val="0"/>
              </a:spcAft>
              <a:buSzPts val="563"/>
              <a:buNone/>
              <a:defRPr sz="750"/>
            </a:lvl7pPr>
            <a:lvl8pPr indent="-228600" lvl="7" marL="3657600" algn="l">
              <a:lnSpc>
                <a:spcPct val="100000"/>
              </a:lnSpc>
              <a:spcBef>
                <a:spcPts val="150"/>
              </a:spcBef>
              <a:spcAft>
                <a:spcPts val="0"/>
              </a:spcAft>
              <a:buSzPts val="563"/>
              <a:buNone/>
              <a:defRPr sz="750"/>
            </a:lvl8pPr>
            <a:lvl9pPr indent="-228600" lvl="8" marL="4114800" algn="l">
              <a:lnSpc>
                <a:spcPct val="100000"/>
              </a:lnSpc>
              <a:spcBef>
                <a:spcPts val="150"/>
              </a:spcBef>
              <a:spcAft>
                <a:spcPts val="0"/>
              </a:spcAft>
              <a:buSzPts val="563"/>
              <a:buNone/>
              <a:defRPr sz="750"/>
            </a:lvl9pPr>
          </a:lstStyle>
          <a:p/>
        </p:txBody>
      </p:sp>
      <p:sp>
        <p:nvSpPr>
          <p:cNvPr id="69" name="Google Shape;69;p6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0" name="Google Shape;70;p6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1" name="Google Shape;71;p6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1"/>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1"/>
          <p:cNvSpPr txBox="1"/>
          <p:nvPr>
            <p:ph idx="1" type="body"/>
          </p:nvPr>
        </p:nvSpPr>
        <p:spPr>
          <a:xfrm rot="5400000">
            <a:off x="2234407" y="300832"/>
            <a:ext cx="4751387" cy="769620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14325" lvl="1" marL="914400" algn="l">
              <a:lnSpc>
                <a:spcPct val="100000"/>
              </a:lnSpc>
              <a:spcBef>
                <a:spcPts val="360"/>
              </a:spcBef>
              <a:spcAft>
                <a:spcPts val="0"/>
              </a:spcAft>
              <a:buSzPts val="1350"/>
              <a:buChar char="●"/>
              <a:defRPr/>
            </a:lvl2pPr>
            <a:lvl3pPr indent="-314325" lvl="2" marL="1371600" algn="l">
              <a:lnSpc>
                <a:spcPct val="100000"/>
              </a:lnSpc>
              <a:spcBef>
                <a:spcPts val="360"/>
              </a:spcBef>
              <a:spcAft>
                <a:spcPts val="0"/>
              </a:spcAft>
              <a:buSzPts val="1350"/>
              <a:buChar char="●"/>
              <a:defRPr/>
            </a:lvl3pPr>
            <a:lvl4pPr indent="-314325" lvl="3" marL="1828800" algn="l">
              <a:lnSpc>
                <a:spcPct val="100000"/>
              </a:lnSpc>
              <a:spcBef>
                <a:spcPts val="360"/>
              </a:spcBef>
              <a:spcAft>
                <a:spcPts val="0"/>
              </a:spcAft>
              <a:buSzPts val="1350"/>
              <a:buChar char="●"/>
              <a:defRPr/>
            </a:lvl4pPr>
            <a:lvl5pPr indent="-314325" lvl="4" marL="2286000" algn="l">
              <a:lnSpc>
                <a:spcPct val="100000"/>
              </a:lnSpc>
              <a:spcBef>
                <a:spcPts val="360"/>
              </a:spcBef>
              <a:spcAft>
                <a:spcPts val="0"/>
              </a:spcAft>
              <a:buSzPts val="1350"/>
              <a:buChar char="●"/>
              <a:defRPr/>
            </a:lvl5pPr>
            <a:lvl6pPr indent="-314325" lvl="5" marL="2743200" algn="l">
              <a:lnSpc>
                <a:spcPct val="100000"/>
              </a:lnSpc>
              <a:spcBef>
                <a:spcPts val="360"/>
              </a:spcBef>
              <a:spcAft>
                <a:spcPts val="0"/>
              </a:spcAft>
              <a:buSzPts val="1350"/>
              <a:buChar char="●"/>
              <a:defRPr/>
            </a:lvl6pPr>
            <a:lvl7pPr indent="-314325" lvl="6" marL="3200400" algn="l">
              <a:lnSpc>
                <a:spcPct val="100000"/>
              </a:lnSpc>
              <a:spcBef>
                <a:spcPts val="360"/>
              </a:spcBef>
              <a:spcAft>
                <a:spcPts val="0"/>
              </a:spcAft>
              <a:buSzPts val="1350"/>
              <a:buChar char="●"/>
              <a:defRPr/>
            </a:lvl7pPr>
            <a:lvl8pPr indent="-314325" lvl="7" marL="3657600" algn="l">
              <a:lnSpc>
                <a:spcPct val="100000"/>
              </a:lnSpc>
              <a:spcBef>
                <a:spcPts val="360"/>
              </a:spcBef>
              <a:spcAft>
                <a:spcPts val="0"/>
              </a:spcAft>
              <a:buSzPts val="1350"/>
              <a:buChar char="●"/>
              <a:defRPr/>
            </a:lvl8pPr>
            <a:lvl9pPr indent="-314325" lvl="8" marL="4114800" algn="l">
              <a:lnSpc>
                <a:spcPct val="100000"/>
              </a:lnSpc>
              <a:spcBef>
                <a:spcPts val="360"/>
              </a:spcBef>
              <a:spcAft>
                <a:spcPts val="0"/>
              </a:spcAft>
              <a:buSzPts val="1350"/>
              <a:buChar char="●"/>
              <a:defRPr/>
            </a:lvl9pPr>
          </a:lstStyle>
          <a:p/>
        </p:txBody>
      </p:sp>
      <p:sp>
        <p:nvSpPr>
          <p:cNvPr id="75" name="Google Shape;75;p6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6" name="Google Shape;76;p6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77" name="Google Shape;77;p6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2"/>
          <p:cNvSpPr txBox="1"/>
          <p:nvPr>
            <p:ph type="title"/>
          </p:nvPr>
        </p:nvSpPr>
        <p:spPr>
          <a:xfrm rot="5400000">
            <a:off x="4400550" y="2466975"/>
            <a:ext cx="6191250" cy="192405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2"/>
          <p:cNvSpPr txBox="1"/>
          <p:nvPr>
            <p:ph idx="1" type="body"/>
          </p:nvPr>
        </p:nvSpPr>
        <p:spPr>
          <a:xfrm rot="5400000">
            <a:off x="496680" y="598695"/>
            <a:ext cx="6191250" cy="5660611"/>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14325" lvl="1" marL="914400" algn="l">
              <a:lnSpc>
                <a:spcPct val="100000"/>
              </a:lnSpc>
              <a:spcBef>
                <a:spcPts val="360"/>
              </a:spcBef>
              <a:spcAft>
                <a:spcPts val="0"/>
              </a:spcAft>
              <a:buSzPts val="1350"/>
              <a:buChar char="●"/>
              <a:defRPr/>
            </a:lvl2pPr>
            <a:lvl3pPr indent="-314325" lvl="2" marL="1371600" algn="l">
              <a:lnSpc>
                <a:spcPct val="100000"/>
              </a:lnSpc>
              <a:spcBef>
                <a:spcPts val="360"/>
              </a:spcBef>
              <a:spcAft>
                <a:spcPts val="0"/>
              </a:spcAft>
              <a:buSzPts val="1350"/>
              <a:buChar char="●"/>
              <a:defRPr/>
            </a:lvl3pPr>
            <a:lvl4pPr indent="-314325" lvl="3" marL="1828800" algn="l">
              <a:lnSpc>
                <a:spcPct val="100000"/>
              </a:lnSpc>
              <a:spcBef>
                <a:spcPts val="360"/>
              </a:spcBef>
              <a:spcAft>
                <a:spcPts val="0"/>
              </a:spcAft>
              <a:buSzPts val="1350"/>
              <a:buChar char="●"/>
              <a:defRPr/>
            </a:lvl4pPr>
            <a:lvl5pPr indent="-314325" lvl="4" marL="2286000" algn="l">
              <a:lnSpc>
                <a:spcPct val="100000"/>
              </a:lnSpc>
              <a:spcBef>
                <a:spcPts val="360"/>
              </a:spcBef>
              <a:spcAft>
                <a:spcPts val="0"/>
              </a:spcAft>
              <a:buSzPts val="1350"/>
              <a:buChar char="●"/>
              <a:defRPr/>
            </a:lvl5pPr>
            <a:lvl6pPr indent="-314325" lvl="5" marL="2743200" algn="l">
              <a:lnSpc>
                <a:spcPct val="100000"/>
              </a:lnSpc>
              <a:spcBef>
                <a:spcPts val="360"/>
              </a:spcBef>
              <a:spcAft>
                <a:spcPts val="0"/>
              </a:spcAft>
              <a:buSzPts val="1350"/>
              <a:buChar char="●"/>
              <a:defRPr/>
            </a:lvl6pPr>
            <a:lvl7pPr indent="-314325" lvl="6" marL="3200400" algn="l">
              <a:lnSpc>
                <a:spcPct val="100000"/>
              </a:lnSpc>
              <a:spcBef>
                <a:spcPts val="360"/>
              </a:spcBef>
              <a:spcAft>
                <a:spcPts val="0"/>
              </a:spcAft>
              <a:buSzPts val="1350"/>
              <a:buChar char="●"/>
              <a:defRPr/>
            </a:lvl7pPr>
            <a:lvl8pPr indent="-314325" lvl="7" marL="3657600" algn="l">
              <a:lnSpc>
                <a:spcPct val="100000"/>
              </a:lnSpc>
              <a:spcBef>
                <a:spcPts val="360"/>
              </a:spcBef>
              <a:spcAft>
                <a:spcPts val="0"/>
              </a:spcAft>
              <a:buSzPts val="1350"/>
              <a:buChar char="●"/>
              <a:defRPr/>
            </a:lvl8pPr>
            <a:lvl9pPr indent="-314325" lvl="8" marL="4114800" algn="l">
              <a:lnSpc>
                <a:spcPct val="100000"/>
              </a:lnSpc>
              <a:spcBef>
                <a:spcPts val="360"/>
              </a:spcBef>
              <a:spcAft>
                <a:spcPts val="0"/>
              </a:spcAft>
              <a:buSzPts val="1350"/>
              <a:buChar char="●"/>
              <a:defRPr/>
            </a:lvl9pPr>
          </a:lstStyle>
          <a:p/>
        </p:txBody>
      </p:sp>
      <p:sp>
        <p:nvSpPr>
          <p:cNvPr id="81" name="Google Shape;81;p6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82" name="Google Shape;82;p6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83" name="Google Shape;83;p6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52"/>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52"/>
          <p:cNvSpPr txBox="1"/>
          <p:nvPr>
            <p:ph idx="1" type="body"/>
          </p:nvPr>
        </p:nvSpPr>
        <p:spPr>
          <a:xfrm>
            <a:off x="762000" y="1773238"/>
            <a:ext cx="7696200" cy="4751387"/>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14325" lvl="1" marL="914400" algn="l">
              <a:lnSpc>
                <a:spcPct val="100000"/>
              </a:lnSpc>
              <a:spcBef>
                <a:spcPts val="360"/>
              </a:spcBef>
              <a:spcAft>
                <a:spcPts val="0"/>
              </a:spcAft>
              <a:buSzPts val="1350"/>
              <a:buChar char="●"/>
              <a:defRPr/>
            </a:lvl2pPr>
            <a:lvl3pPr indent="-314325" lvl="2" marL="1371600" algn="l">
              <a:lnSpc>
                <a:spcPct val="100000"/>
              </a:lnSpc>
              <a:spcBef>
                <a:spcPts val="360"/>
              </a:spcBef>
              <a:spcAft>
                <a:spcPts val="0"/>
              </a:spcAft>
              <a:buSzPts val="1350"/>
              <a:buChar char="●"/>
              <a:defRPr/>
            </a:lvl3pPr>
            <a:lvl4pPr indent="-314325" lvl="3" marL="1828800" algn="l">
              <a:lnSpc>
                <a:spcPct val="100000"/>
              </a:lnSpc>
              <a:spcBef>
                <a:spcPts val="360"/>
              </a:spcBef>
              <a:spcAft>
                <a:spcPts val="0"/>
              </a:spcAft>
              <a:buSzPts val="1350"/>
              <a:buChar char="●"/>
              <a:defRPr/>
            </a:lvl4pPr>
            <a:lvl5pPr indent="-314325" lvl="4" marL="2286000" algn="l">
              <a:lnSpc>
                <a:spcPct val="100000"/>
              </a:lnSpc>
              <a:spcBef>
                <a:spcPts val="360"/>
              </a:spcBef>
              <a:spcAft>
                <a:spcPts val="0"/>
              </a:spcAft>
              <a:buSzPts val="1350"/>
              <a:buChar char="●"/>
              <a:defRPr/>
            </a:lvl5pPr>
            <a:lvl6pPr indent="-314325" lvl="5" marL="2743200" algn="l">
              <a:lnSpc>
                <a:spcPct val="100000"/>
              </a:lnSpc>
              <a:spcBef>
                <a:spcPts val="360"/>
              </a:spcBef>
              <a:spcAft>
                <a:spcPts val="0"/>
              </a:spcAft>
              <a:buSzPts val="1350"/>
              <a:buChar char="●"/>
              <a:defRPr/>
            </a:lvl6pPr>
            <a:lvl7pPr indent="-314325" lvl="6" marL="3200400" algn="l">
              <a:lnSpc>
                <a:spcPct val="100000"/>
              </a:lnSpc>
              <a:spcBef>
                <a:spcPts val="360"/>
              </a:spcBef>
              <a:spcAft>
                <a:spcPts val="0"/>
              </a:spcAft>
              <a:buSzPts val="1350"/>
              <a:buChar char="●"/>
              <a:defRPr/>
            </a:lvl7pPr>
            <a:lvl8pPr indent="-314325" lvl="7" marL="3657600" algn="l">
              <a:lnSpc>
                <a:spcPct val="100000"/>
              </a:lnSpc>
              <a:spcBef>
                <a:spcPts val="360"/>
              </a:spcBef>
              <a:spcAft>
                <a:spcPts val="0"/>
              </a:spcAft>
              <a:buSzPts val="1350"/>
              <a:buChar char="●"/>
              <a:defRPr/>
            </a:lvl8pPr>
            <a:lvl9pPr indent="-314325" lvl="8" marL="4114800" algn="l">
              <a:lnSpc>
                <a:spcPct val="100000"/>
              </a:lnSpc>
              <a:spcBef>
                <a:spcPts val="360"/>
              </a:spcBef>
              <a:spcAft>
                <a:spcPts val="0"/>
              </a:spcAft>
              <a:buSzPts val="1350"/>
              <a:buChar char="●"/>
              <a:defRPr/>
            </a:lvl9pPr>
          </a:lstStyle>
          <a:p/>
        </p:txBody>
      </p:sp>
      <p:sp>
        <p:nvSpPr>
          <p:cNvPr id="93" name="Google Shape;93;p5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94" name="Google Shape;94;p5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95" name="Google Shape;95;p5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6" name="Shape 96"/>
        <p:cNvGrpSpPr/>
        <p:nvPr/>
      </p:nvGrpSpPr>
      <p:grpSpPr>
        <a:xfrm>
          <a:off x="0" y="0"/>
          <a:ext cx="0" cy="0"/>
          <a:chOff x="0" y="0"/>
          <a:chExt cx="0" cy="0"/>
        </a:xfrm>
      </p:grpSpPr>
      <p:sp>
        <p:nvSpPr>
          <p:cNvPr id="97" name="Google Shape;97;p53"/>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53"/>
          <p:cNvSpPr txBox="1"/>
          <p:nvPr>
            <p:ph idx="1" type="body"/>
          </p:nvPr>
        </p:nvSpPr>
        <p:spPr>
          <a:xfrm>
            <a:off x="762000" y="1773238"/>
            <a:ext cx="3771138" cy="4751387"/>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14325" lvl="1" marL="914400" algn="l">
              <a:lnSpc>
                <a:spcPct val="100000"/>
              </a:lnSpc>
              <a:spcBef>
                <a:spcPts val="360"/>
              </a:spcBef>
              <a:spcAft>
                <a:spcPts val="0"/>
              </a:spcAft>
              <a:buSzPts val="1350"/>
              <a:buChar char="●"/>
              <a:defRPr/>
            </a:lvl2pPr>
            <a:lvl3pPr indent="-314325" lvl="2" marL="1371600" algn="l">
              <a:lnSpc>
                <a:spcPct val="100000"/>
              </a:lnSpc>
              <a:spcBef>
                <a:spcPts val="360"/>
              </a:spcBef>
              <a:spcAft>
                <a:spcPts val="0"/>
              </a:spcAft>
              <a:buSzPts val="1350"/>
              <a:buChar char="●"/>
              <a:defRPr/>
            </a:lvl3pPr>
            <a:lvl4pPr indent="-314325" lvl="3" marL="1828800" algn="l">
              <a:lnSpc>
                <a:spcPct val="100000"/>
              </a:lnSpc>
              <a:spcBef>
                <a:spcPts val="360"/>
              </a:spcBef>
              <a:spcAft>
                <a:spcPts val="0"/>
              </a:spcAft>
              <a:buSzPts val="1350"/>
              <a:buChar char="●"/>
              <a:defRPr/>
            </a:lvl4pPr>
            <a:lvl5pPr indent="-314325" lvl="4" marL="2286000" algn="l">
              <a:lnSpc>
                <a:spcPct val="100000"/>
              </a:lnSpc>
              <a:spcBef>
                <a:spcPts val="360"/>
              </a:spcBef>
              <a:spcAft>
                <a:spcPts val="0"/>
              </a:spcAft>
              <a:buSzPts val="1350"/>
              <a:buChar char="●"/>
              <a:defRPr/>
            </a:lvl5pPr>
            <a:lvl6pPr indent="-314325" lvl="5" marL="2743200" algn="l">
              <a:lnSpc>
                <a:spcPct val="100000"/>
              </a:lnSpc>
              <a:spcBef>
                <a:spcPts val="360"/>
              </a:spcBef>
              <a:spcAft>
                <a:spcPts val="0"/>
              </a:spcAft>
              <a:buSzPts val="1350"/>
              <a:buChar char="●"/>
              <a:defRPr/>
            </a:lvl6pPr>
            <a:lvl7pPr indent="-314325" lvl="6" marL="3200400" algn="l">
              <a:lnSpc>
                <a:spcPct val="100000"/>
              </a:lnSpc>
              <a:spcBef>
                <a:spcPts val="360"/>
              </a:spcBef>
              <a:spcAft>
                <a:spcPts val="0"/>
              </a:spcAft>
              <a:buSzPts val="1350"/>
              <a:buChar char="●"/>
              <a:defRPr/>
            </a:lvl7pPr>
            <a:lvl8pPr indent="-314325" lvl="7" marL="3657600" algn="l">
              <a:lnSpc>
                <a:spcPct val="100000"/>
              </a:lnSpc>
              <a:spcBef>
                <a:spcPts val="360"/>
              </a:spcBef>
              <a:spcAft>
                <a:spcPts val="0"/>
              </a:spcAft>
              <a:buSzPts val="1350"/>
              <a:buChar char="●"/>
              <a:defRPr/>
            </a:lvl8pPr>
            <a:lvl9pPr indent="-314325" lvl="8" marL="4114800" algn="l">
              <a:lnSpc>
                <a:spcPct val="100000"/>
              </a:lnSpc>
              <a:spcBef>
                <a:spcPts val="360"/>
              </a:spcBef>
              <a:spcAft>
                <a:spcPts val="0"/>
              </a:spcAft>
              <a:buSzPts val="1350"/>
              <a:buChar char="●"/>
              <a:defRPr/>
            </a:lvl9pPr>
          </a:lstStyle>
          <a:p/>
        </p:txBody>
      </p:sp>
      <p:sp>
        <p:nvSpPr>
          <p:cNvPr id="99" name="Google Shape;99;p53"/>
          <p:cNvSpPr txBox="1"/>
          <p:nvPr>
            <p:ph idx="2" type="body"/>
          </p:nvPr>
        </p:nvSpPr>
        <p:spPr>
          <a:xfrm>
            <a:off x="4687062" y="1773238"/>
            <a:ext cx="3771138" cy="4751387"/>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14325" lvl="1" marL="914400" algn="l">
              <a:lnSpc>
                <a:spcPct val="100000"/>
              </a:lnSpc>
              <a:spcBef>
                <a:spcPts val="360"/>
              </a:spcBef>
              <a:spcAft>
                <a:spcPts val="0"/>
              </a:spcAft>
              <a:buSzPts val="1350"/>
              <a:buChar char="●"/>
              <a:defRPr/>
            </a:lvl2pPr>
            <a:lvl3pPr indent="-314325" lvl="2" marL="1371600" algn="l">
              <a:lnSpc>
                <a:spcPct val="100000"/>
              </a:lnSpc>
              <a:spcBef>
                <a:spcPts val="360"/>
              </a:spcBef>
              <a:spcAft>
                <a:spcPts val="0"/>
              </a:spcAft>
              <a:buSzPts val="1350"/>
              <a:buChar char="●"/>
              <a:defRPr/>
            </a:lvl3pPr>
            <a:lvl4pPr indent="-314325" lvl="3" marL="1828800" algn="l">
              <a:lnSpc>
                <a:spcPct val="100000"/>
              </a:lnSpc>
              <a:spcBef>
                <a:spcPts val="360"/>
              </a:spcBef>
              <a:spcAft>
                <a:spcPts val="0"/>
              </a:spcAft>
              <a:buSzPts val="1350"/>
              <a:buChar char="●"/>
              <a:defRPr/>
            </a:lvl4pPr>
            <a:lvl5pPr indent="-314325" lvl="4" marL="2286000" algn="l">
              <a:lnSpc>
                <a:spcPct val="100000"/>
              </a:lnSpc>
              <a:spcBef>
                <a:spcPts val="360"/>
              </a:spcBef>
              <a:spcAft>
                <a:spcPts val="0"/>
              </a:spcAft>
              <a:buSzPts val="1350"/>
              <a:buChar char="●"/>
              <a:defRPr/>
            </a:lvl5pPr>
            <a:lvl6pPr indent="-314325" lvl="5" marL="2743200" algn="l">
              <a:lnSpc>
                <a:spcPct val="100000"/>
              </a:lnSpc>
              <a:spcBef>
                <a:spcPts val="360"/>
              </a:spcBef>
              <a:spcAft>
                <a:spcPts val="0"/>
              </a:spcAft>
              <a:buSzPts val="1350"/>
              <a:buChar char="●"/>
              <a:defRPr/>
            </a:lvl6pPr>
            <a:lvl7pPr indent="-314325" lvl="6" marL="3200400" algn="l">
              <a:lnSpc>
                <a:spcPct val="100000"/>
              </a:lnSpc>
              <a:spcBef>
                <a:spcPts val="360"/>
              </a:spcBef>
              <a:spcAft>
                <a:spcPts val="0"/>
              </a:spcAft>
              <a:buSzPts val="1350"/>
              <a:buChar char="●"/>
              <a:defRPr/>
            </a:lvl7pPr>
            <a:lvl8pPr indent="-314325" lvl="7" marL="3657600" algn="l">
              <a:lnSpc>
                <a:spcPct val="100000"/>
              </a:lnSpc>
              <a:spcBef>
                <a:spcPts val="360"/>
              </a:spcBef>
              <a:spcAft>
                <a:spcPts val="0"/>
              </a:spcAft>
              <a:buSzPts val="1350"/>
              <a:buChar char="●"/>
              <a:defRPr/>
            </a:lvl8pPr>
            <a:lvl9pPr indent="-314325" lvl="8" marL="4114800" algn="l">
              <a:lnSpc>
                <a:spcPct val="100000"/>
              </a:lnSpc>
              <a:spcBef>
                <a:spcPts val="360"/>
              </a:spcBef>
              <a:spcAft>
                <a:spcPts val="0"/>
              </a:spcAft>
              <a:buSzPts val="1350"/>
              <a:buChar char="●"/>
              <a:defRPr/>
            </a:lvl9pPr>
          </a:lstStyle>
          <a:p/>
        </p:txBody>
      </p:sp>
      <p:sp>
        <p:nvSpPr>
          <p:cNvPr id="100" name="Google Shape;100;p5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01" name="Google Shape;101;p5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02" name="Google Shape;102;p5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03" name="Shape 103"/>
        <p:cNvGrpSpPr/>
        <p:nvPr/>
      </p:nvGrpSpPr>
      <p:grpSpPr>
        <a:xfrm>
          <a:off x="0" y="0"/>
          <a:ext cx="0" cy="0"/>
          <a:chOff x="0" y="0"/>
          <a:chExt cx="0" cy="0"/>
        </a:xfrm>
      </p:grpSpPr>
      <p:sp>
        <p:nvSpPr>
          <p:cNvPr id="104" name="Google Shape;104;p63"/>
          <p:cNvSpPr txBox="1"/>
          <p:nvPr>
            <p:ph type="ctrTitle"/>
          </p:nvPr>
        </p:nvSpPr>
        <p:spPr>
          <a:xfrm>
            <a:off x="304800" y="5229225"/>
            <a:ext cx="7723188" cy="762000"/>
          </a:xfrm>
          <a:prstGeom prst="rect">
            <a:avLst/>
          </a:prstGeom>
          <a:noFill/>
          <a:ln>
            <a:noFill/>
          </a:ln>
          <a:effectLst>
            <a:outerShdw rotWithShape="0" algn="ctr" dir="2699999" dist="35921">
              <a:schemeClr val="lt1"/>
            </a:outerShdw>
          </a:effectLst>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4400"/>
              <a:buFont typeface="Tahom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63"/>
          <p:cNvSpPr txBox="1"/>
          <p:nvPr>
            <p:ph idx="1" type="subTitle"/>
          </p:nvPr>
        </p:nvSpPr>
        <p:spPr>
          <a:xfrm>
            <a:off x="304800" y="6021388"/>
            <a:ext cx="7723188" cy="792162"/>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lvl="0" algn="l">
              <a:lnSpc>
                <a:spcPct val="100000"/>
              </a:lnSpc>
              <a:spcBef>
                <a:spcPts val="640"/>
              </a:spcBef>
              <a:spcAft>
                <a:spcPts val="0"/>
              </a:spcAft>
              <a:buSzPts val="2400"/>
              <a:buNone/>
              <a:defRPr/>
            </a:lvl1pPr>
            <a:lvl2pPr lvl="1" algn="ctr">
              <a:lnSpc>
                <a:spcPct val="100000"/>
              </a:lnSpc>
              <a:spcBef>
                <a:spcPts val="560"/>
              </a:spcBef>
              <a:spcAft>
                <a:spcPts val="0"/>
              </a:spcAft>
              <a:buSzPts val="2100"/>
              <a:buNone/>
              <a:defRPr/>
            </a:lvl2pPr>
            <a:lvl3pPr lvl="2" algn="ctr">
              <a:lnSpc>
                <a:spcPct val="100000"/>
              </a:lnSpc>
              <a:spcBef>
                <a:spcPts val="480"/>
              </a:spcBef>
              <a:spcAft>
                <a:spcPts val="0"/>
              </a:spcAft>
              <a:buSzPts val="1800"/>
              <a:buNone/>
              <a:defRPr/>
            </a:lvl3pPr>
            <a:lvl4pPr lvl="3" algn="ctr">
              <a:lnSpc>
                <a:spcPct val="100000"/>
              </a:lnSpc>
              <a:spcBef>
                <a:spcPts val="400"/>
              </a:spcBef>
              <a:spcAft>
                <a:spcPts val="0"/>
              </a:spcAft>
              <a:buSzPts val="1500"/>
              <a:buNone/>
              <a:defRPr/>
            </a:lvl4pPr>
            <a:lvl5pPr lvl="4" algn="ctr">
              <a:lnSpc>
                <a:spcPct val="100000"/>
              </a:lnSpc>
              <a:spcBef>
                <a:spcPts val="400"/>
              </a:spcBef>
              <a:spcAft>
                <a:spcPts val="0"/>
              </a:spcAft>
              <a:buSzPts val="1500"/>
              <a:buNone/>
              <a:defRPr/>
            </a:lvl5pPr>
            <a:lvl6pPr lvl="5" algn="l">
              <a:lnSpc>
                <a:spcPct val="100000"/>
              </a:lnSpc>
              <a:spcBef>
                <a:spcPts val="360"/>
              </a:spcBef>
              <a:spcAft>
                <a:spcPts val="0"/>
              </a:spcAft>
              <a:buSzPts val="1350"/>
              <a:buChar char="●"/>
              <a:defRPr/>
            </a:lvl6pPr>
            <a:lvl7pPr lvl="6" algn="l">
              <a:lnSpc>
                <a:spcPct val="100000"/>
              </a:lnSpc>
              <a:spcBef>
                <a:spcPts val="360"/>
              </a:spcBef>
              <a:spcAft>
                <a:spcPts val="0"/>
              </a:spcAft>
              <a:buSzPts val="1350"/>
              <a:buChar char="●"/>
              <a:defRPr/>
            </a:lvl7pPr>
            <a:lvl8pPr lvl="7" algn="l">
              <a:lnSpc>
                <a:spcPct val="100000"/>
              </a:lnSpc>
              <a:spcBef>
                <a:spcPts val="360"/>
              </a:spcBef>
              <a:spcAft>
                <a:spcPts val="0"/>
              </a:spcAft>
              <a:buSzPts val="1350"/>
              <a:buChar char="●"/>
              <a:defRPr/>
            </a:lvl8pPr>
            <a:lvl9pPr lvl="8" algn="l">
              <a:lnSpc>
                <a:spcPct val="100000"/>
              </a:lnSpc>
              <a:spcBef>
                <a:spcPts val="360"/>
              </a:spcBef>
              <a:spcAft>
                <a:spcPts val="0"/>
              </a:spcAft>
              <a:buSzPts val="1350"/>
              <a:buChar char="●"/>
              <a:defRPr/>
            </a:lvl9pPr>
          </a:lstStyle>
          <a:p/>
        </p:txBody>
      </p:sp>
      <p:sp>
        <p:nvSpPr>
          <p:cNvPr id="106" name="Google Shape;106;p6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400"/>
              <a:buFont typeface="Times New Roman"/>
              <a:buNone/>
              <a:defRPr sz="1400"/>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07" name="Google Shape;107;p6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400"/>
              <a:buFont typeface="Times New Roman"/>
              <a:buNone/>
              <a:defRPr sz="1400"/>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08" name="Google Shape;108;p6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9" name="Shape 109"/>
        <p:cNvGrpSpPr/>
        <p:nvPr/>
      </p:nvGrpSpPr>
      <p:grpSpPr>
        <a:xfrm>
          <a:off x="0" y="0"/>
          <a:ext cx="0" cy="0"/>
          <a:chOff x="0" y="0"/>
          <a:chExt cx="0" cy="0"/>
        </a:xfrm>
      </p:grpSpPr>
      <p:sp>
        <p:nvSpPr>
          <p:cNvPr id="110" name="Google Shape;110;p64"/>
          <p:cNvSpPr txBox="1"/>
          <p:nvPr>
            <p:ph type="title"/>
          </p:nvPr>
        </p:nvSpPr>
        <p:spPr>
          <a:xfrm>
            <a:off x="623888" y="1709738"/>
            <a:ext cx="7886700" cy="2852737"/>
          </a:xfrm>
          <a:prstGeom prst="rect">
            <a:avLst/>
          </a:prstGeom>
          <a:noFill/>
          <a:ln>
            <a:noFill/>
          </a:ln>
          <a:effectLst>
            <a:outerShdw rotWithShape="0" algn="ctr" dir="2699999" dist="35921">
              <a:schemeClr val="lt1"/>
            </a:outerShdw>
          </a:effectLst>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4500"/>
              <a:buFont typeface="Tahoma"/>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64"/>
          <p:cNvSpPr txBox="1"/>
          <p:nvPr>
            <p:ph idx="1" type="body"/>
          </p:nvPr>
        </p:nvSpPr>
        <p:spPr>
          <a:xfrm>
            <a:off x="623888" y="4589463"/>
            <a:ext cx="7886700" cy="1500187"/>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228600" lvl="0" marL="457200" algn="l">
              <a:lnSpc>
                <a:spcPct val="100000"/>
              </a:lnSpc>
              <a:spcBef>
                <a:spcPts val="360"/>
              </a:spcBef>
              <a:spcAft>
                <a:spcPts val="0"/>
              </a:spcAft>
              <a:buSzPts val="1350"/>
              <a:buNone/>
              <a:defRPr sz="1800">
                <a:solidFill>
                  <a:schemeClr val="dk1"/>
                </a:solidFill>
              </a:defRPr>
            </a:lvl1pPr>
            <a:lvl2pPr indent="-228600" lvl="1" marL="914400" algn="l">
              <a:lnSpc>
                <a:spcPct val="100000"/>
              </a:lnSpc>
              <a:spcBef>
                <a:spcPts val="300"/>
              </a:spcBef>
              <a:spcAft>
                <a:spcPts val="0"/>
              </a:spcAft>
              <a:buSzPts val="1125"/>
              <a:buNone/>
              <a:defRPr sz="1500">
                <a:solidFill>
                  <a:schemeClr val="dk1"/>
                </a:solidFill>
              </a:defRPr>
            </a:lvl2pPr>
            <a:lvl3pPr indent="-228600" lvl="2" marL="1371600" algn="l">
              <a:lnSpc>
                <a:spcPct val="100000"/>
              </a:lnSpc>
              <a:spcBef>
                <a:spcPts val="270"/>
              </a:spcBef>
              <a:spcAft>
                <a:spcPts val="0"/>
              </a:spcAft>
              <a:buSzPts val="1013"/>
              <a:buNone/>
              <a:defRPr sz="1350">
                <a:solidFill>
                  <a:schemeClr val="dk1"/>
                </a:solidFill>
              </a:defRPr>
            </a:lvl3pPr>
            <a:lvl4pPr indent="-228600" lvl="3" marL="1828800" algn="l">
              <a:lnSpc>
                <a:spcPct val="100000"/>
              </a:lnSpc>
              <a:spcBef>
                <a:spcPts val="240"/>
              </a:spcBef>
              <a:spcAft>
                <a:spcPts val="0"/>
              </a:spcAft>
              <a:buSzPts val="900"/>
              <a:buNone/>
              <a:defRPr sz="1200">
                <a:solidFill>
                  <a:schemeClr val="dk1"/>
                </a:solidFill>
              </a:defRPr>
            </a:lvl4pPr>
            <a:lvl5pPr indent="-228600" lvl="4" marL="2286000" algn="l">
              <a:lnSpc>
                <a:spcPct val="100000"/>
              </a:lnSpc>
              <a:spcBef>
                <a:spcPts val="240"/>
              </a:spcBef>
              <a:spcAft>
                <a:spcPts val="0"/>
              </a:spcAft>
              <a:buSzPts val="900"/>
              <a:buNone/>
              <a:defRPr sz="1200">
                <a:solidFill>
                  <a:schemeClr val="dk1"/>
                </a:solidFill>
              </a:defRPr>
            </a:lvl5pPr>
            <a:lvl6pPr indent="-228600" lvl="5" marL="2743200" algn="l">
              <a:lnSpc>
                <a:spcPct val="100000"/>
              </a:lnSpc>
              <a:spcBef>
                <a:spcPts val="240"/>
              </a:spcBef>
              <a:spcAft>
                <a:spcPts val="0"/>
              </a:spcAft>
              <a:buSzPts val="900"/>
              <a:buNone/>
              <a:defRPr sz="1200">
                <a:solidFill>
                  <a:schemeClr val="dk1"/>
                </a:solidFill>
              </a:defRPr>
            </a:lvl6pPr>
            <a:lvl7pPr indent="-228600" lvl="6" marL="3200400" algn="l">
              <a:lnSpc>
                <a:spcPct val="100000"/>
              </a:lnSpc>
              <a:spcBef>
                <a:spcPts val="240"/>
              </a:spcBef>
              <a:spcAft>
                <a:spcPts val="0"/>
              </a:spcAft>
              <a:buSzPts val="900"/>
              <a:buNone/>
              <a:defRPr sz="1200">
                <a:solidFill>
                  <a:schemeClr val="dk1"/>
                </a:solidFill>
              </a:defRPr>
            </a:lvl7pPr>
            <a:lvl8pPr indent="-228600" lvl="7" marL="3657600" algn="l">
              <a:lnSpc>
                <a:spcPct val="100000"/>
              </a:lnSpc>
              <a:spcBef>
                <a:spcPts val="240"/>
              </a:spcBef>
              <a:spcAft>
                <a:spcPts val="0"/>
              </a:spcAft>
              <a:buSzPts val="900"/>
              <a:buNone/>
              <a:defRPr sz="1200">
                <a:solidFill>
                  <a:schemeClr val="dk1"/>
                </a:solidFill>
              </a:defRPr>
            </a:lvl8pPr>
            <a:lvl9pPr indent="-228600" lvl="8" marL="4114800" algn="l">
              <a:lnSpc>
                <a:spcPct val="100000"/>
              </a:lnSpc>
              <a:spcBef>
                <a:spcPts val="240"/>
              </a:spcBef>
              <a:spcAft>
                <a:spcPts val="0"/>
              </a:spcAft>
              <a:buSzPts val="900"/>
              <a:buNone/>
              <a:defRPr sz="1200">
                <a:solidFill>
                  <a:schemeClr val="dk1"/>
                </a:solidFill>
              </a:defRPr>
            </a:lvl9pPr>
          </a:lstStyle>
          <a:p/>
        </p:txBody>
      </p:sp>
      <p:sp>
        <p:nvSpPr>
          <p:cNvPr id="112" name="Google Shape;112;p6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13" name="Google Shape;113;p6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14" name="Google Shape;114;p6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65"/>
          <p:cNvSpPr txBox="1"/>
          <p:nvPr>
            <p:ph type="title"/>
          </p:nvPr>
        </p:nvSpPr>
        <p:spPr>
          <a:xfrm>
            <a:off x="629841" y="365125"/>
            <a:ext cx="7886700" cy="1325563"/>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65"/>
          <p:cNvSpPr txBox="1"/>
          <p:nvPr>
            <p:ph idx="1" type="body"/>
          </p:nvPr>
        </p:nvSpPr>
        <p:spPr>
          <a:xfrm>
            <a:off x="629841" y="1681163"/>
            <a:ext cx="3868340" cy="823912"/>
          </a:xfrm>
          <a:prstGeom prst="rect">
            <a:avLst/>
          </a:prstGeom>
          <a:noFill/>
          <a:ln>
            <a:noFill/>
          </a:ln>
          <a:effectLst>
            <a:outerShdw rotWithShape="0" algn="ctr" dir="2699999" dist="35921">
              <a:schemeClr val="lt1"/>
            </a:outerShdw>
          </a:effectLst>
        </p:spPr>
        <p:txBody>
          <a:bodyPr anchorCtr="0" anchor="b" bIns="45700" lIns="91425" spcFirstLastPara="1" rIns="91425" wrap="square" tIns="45700">
            <a:noAutofit/>
          </a:bodyPr>
          <a:lstStyle>
            <a:lvl1pPr indent="-228600" lvl="0" marL="457200" algn="l">
              <a:lnSpc>
                <a:spcPct val="100000"/>
              </a:lnSpc>
              <a:spcBef>
                <a:spcPts val="360"/>
              </a:spcBef>
              <a:spcAft>
                <a:spcPts val="0"/>
              </a:spcAft>
              <a:buSzPts val="1350"/>
              <a:buNone/>
              <a:defRPr b="1" sz="1800"/>
            </a:lvl1pPr>
            <a:lvl2pPr indent="-228600" lvl="1" marL="914400" algn="l">
              <a:lnSpc>
                <a:spcPct val="100000"/>
              </a:lnSpc>
              <a:spcBef>
                <a:spcPts val="300"/>
              </a:spcBef>
              <a:spcAft>
                <a:spcPts val="0"/>
              </a:spcAft>
              <a:buSzPts val="1125"/>
              <a:buNone/>
              <a:defRPr b="1" sz="1500"/>
            </a:lvl2pPr>
            <a:lvl3pPr indent="-228600" lvl="2" marL="1371600" algn="l">
              <a:lnSpc>
                <a:spcPct val="100000"/>
              </a:lnSpc>
              <a:spcBef>
                <a:spcPts val="270"/>
              </a:spcBef>
              <a:spcAft>
                <a:spcPts val="0"/>
              </a:spcAft>
              <a:buSzPts val="1013"/>
              <a:buNone/>
              <a:defRPr b="1" sz="1350"/>
            </a:lvl3pPr>
            <a:lvl4pPr indent="-228600" lvl="3" marL="1828800" algn="l">
              <a:lnSpc>
                <a:spcPct val="100000"/>
              </a:lnSpc>
              <a:spcBef>
                <a:spcPts val="240"/>
              </a:spcBef>
              <a:spcAft>
                <a:spcPts val="0"/>
              </a:spcAft>
              <a:buSzPts val="900"/>
              <a:buNone/>
              <a:defRPr b="1" sz="1200"/>
            </a:lvl4pPr>
            <a:lvl5pPr indent="-228600" lvl="4" marL="2286000" algn="l">
              <a:lnSpc>
                <a:spcPct val="100000"/>
              </a:lnSpc>
              <a:spcBef>
                <a:spcPts val="240"/>
              </a:spcBef>
              <a:spcAft>
                <a:spcPts val="0"/>
              </a:spcAft>
              <a:buSzPts val="900"/>
              <a:buNone/>
              <a:defRPr b="1" sz="1200"/>
            </a:lvl5pPr>
            <a:lvl6pPr indent="-228600" lvl="5" marL="2743200" algn="l">
              <a:lnSpc>
                <a:spcPct val="100000"/>
              </a:lnSpc>
              <a:spcBef>
                <a:spcPts val="240"/>
              </a:spcBef>
              <a:spcAft>
                <a:spcPts val="0"/>
              </a:spcAft>
              <a:buSzPts val="900"/>
              <a:buNone/>
              <a:defRPr b="1" sz="1200"/>
            </a:lvl6pPr>
            <a:lvl7pPr indent="-228600" lvl="6" marL="3200400" algn="l">
              <a:lnSpc>
                <a:spcPct val="100000"/>
              </a:lnSpc>
              <a:spcBef>
                <a:spcPts val="240"/>
              </a:spcBef>
              <a:spcAft>
                <a:spcPts val="0"/>
              </a:spcAft>
              <a:buSzPts val="900"/>
              <a:buNone/>
              <a:defRPr b="1" sz="1200"/>
            </a:lvl7pPr>
            <a:lvl8pPr indent="-228600" lvl="7" marL="3657600" algn="l">
              <a:lnSpc>
                <a:spcPct val="100000"/>
              </a:lnSpc>
              <a:spcBef>
                <a:spcPts val="240"/>
              </a:spcBef>
              <a:spcAft>
                <a:spcPts val="0"/>
              </a:spcAft>
              <a:buSzPts val="900"/>
              <a:buNone/>
              <a:defRPr b="1" sz="1200"/>
            </a:lvl8pPr>
            <a:lvl9pPr indent="-228600" lvl="8" marL="4114800" algn="l">
              <a:lnSpc>
                <a:spcPct val="100000"/>
              </a:lnSpc>
              <a:spcBef>
                <a:spcPts val="240"/>
              </a:spcBef>
              <a:spcAft>
                <a:spcPts val="0"/>
              </a:spcAft>
              <a:buSzPts val="900"/>
              <a:buNone/>
              <a:defRPr b="1" sz="1200"/>
            </a:lvl9pPr>
          </a:lstStyle>
          <a:p/>
        </p:txBody>
      </p:sp>
      <p:sp>
        <p:nvSpPr>
          <p:cNvPr id="118" name="Google Shape;118;p65"/>
          <p:cNvSpPr txBox="1"/>
          <p:nvPr>
            <p:ph idx="2" type="body"/>
          </p:nvPr>
        </p:nvSpPr>
        <p:spPr>
          <a:xfrm>
            <a:off x="629841" y="2505075"/>
            <a:ext cx="3868340" cy="3684588"/>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14325" lvl="1" marL="914400" algn="l">
              <a:lnSpc>
                <a:spcPct val="100000"/>
              </a:lnSpc>
              <a:spcBef>
                <a:spcPts val="360"/>
              </a:spcBef>
              <a:spcAft>
                <a:spcPts val="0"/>
              </a:spcAft>
              <a:buSzPts val="1350"/>
              <a:buChar char="●"/>
              <a:defRPr/>
            </a:lvl2pPr>
            <a:lvl3pPr indent="-314325" lvl="2" marL="1371600" algn="l">
              <a:lnSpc>
                <a:spcPct val="100000"/>
              </a:lnSpc>
              <a:spcBef>
                <a:spcPts val="360"/>
              </a:spcBef>
              <a:spcAft>
                <a:spcPts val="0"/>
              </a:spcAft>
              <a:buSzPts val="1350"/>
              <a:buChar char="●"/>
              <a:defRPr/>
            </a:lvl3pPr>
            <a:lvl4pPr indent="-314325" lvl="3" marL="1828800" algn="l">
              <a:lnSpc>
                <a:spcPct val="100000"/>
              </a:lnSpc>
              <a:spcBef>
                <a:spcPts val="360"/>
              </a:spcBef>
              <a:spcAft>
                <a:spcPts val="0"/>
              </a:spcAft>
              <a:buSzPts val="1350"/>
              <a:buChar char="●"/>
              <a:defRPr/>
            </a:lvl4pPr>
            <a:lvl5pPr indent="-314325" lvl="4" marL="2286000" algn="l">
              <a:lnSpc>
                <a:spcPct val="100000"/>
              </a:lnSpc>
              <a:spcBef>
                <a:spcPts val="360"/>
              </a:spcBef>
              <a:spcAft>
                <a:spcPts val="0"/>
              </a:spcAft>
              <a:buSzPts val="1350"/>
              <a:buChar char="●"/>
              <a:defRPr/>
            </a:lvl5pPr>
            <a:lvl6pPr indent="-314325" lvl="5" marL="2743200" algn="l">
              <a:lnSpc>
                <a:spcPct val="100000"/>
              </a:lnSpc>
              <a:spcBef>
                <a:spcPts val="360"/>
              </a:spcBef>
              <a:spcAft>
                <a:spcPts val="0"/>
              </a:spcAft>
              <a:buSzPts val="1350"/>
              <a:buChar char="●"/>
              <a:defRPr/>
            </a:lvl6pPr>
            <a:lvl7pPr indent="-314325" lvl="6" marL="3200400" algn="l">
              <a:lnSpc>
                <a:spcPct val="100000"/>
              </a:lnSpc>
              <a:spcBef>
                <a:spcPts val="360"/>
              </a:spcBef>
              <a:spcAft>
                <a:spcPts val="0"/>
              </a:spcAft>
              <a:buSzPts val="1350"/>
              <a:buChar char="●"/>
              <a:defRPr/>
            </a:lvl7pPr>
            <a:lvl8pPr indent="-314325" lvl="7" marL="3657600" algn="l">
              <a:lnSpc>
                <a:spcPct val="100000"/>
              </a:lnSpc>
              <a:spcBef>
                <a:spcPts val="360"/>
              </a:spcBef>
              <a:spcAft>
                <a:spcPts val="0"/>
              </a:spcAft>
              <a:buSzPts val="1350"/>
              <a:buChar char="●"/>
              <a:defRPr/>
            </a:lvl8pPr>
            <a:lvl9pPr indent="-314325" lvl="8" marL="4114800" algn="l">
              <a:lnSpc>
                <a:spcPct val="100000"/>
              </a:lnSpc>
              <a:spcBef>
                <a:spcPts val="360"/>
              </a:spcBef>
              <a:spcAft>
                <a:spcPts val="0"/>
              </a:spcAft>
              <a:buSzPts val="1350"/>
              <a:buChar char="●"/>
              <a:defRPr/>
            </a:lvl9pPr>
          </a:lstStyle>
          <a:p/>
        </p:txBody>
      </p:sp>
      <p:sp>
        <p:nvSpPr>
          <p:cNvPr id="119" name="Google Shape;119;p65"/>
          <p:cNvSpPr txBox="1"/>
          <p:nvPr>
            <p:ph idx="3" type="body"/>
          </p:nvPr>
        </p:nvSpPr>
        <p:spPr>
          <a:xfrm>
            <a:off x="4629150" y="1681163"/>
            <a:ext cx="3887391" cy="823912"/>
          </a:xfrm>
          <a:prstGeom prst="rect">
            <a:avLst/>
          </a:prstGeom>
          <a:noFill/>
          <a:ln>
            <a:noFill/>
          </a:ln>
          <a:effectLst>
            <a:outerShdw rotWithShape="0" algn="ctr" dir="2699999" dist="35921">
              <a:schemeClr val="lt1"/>
            </a:outerShdw>
          </a:effectLst>
        </p:spPr>
        <p:txBody>
          <a:bodyPr anchorCtr="0" anchor="b" bIns="45700" lIns="91425" spcFirstLastPara="1" rIns="91425" wrap="square" tIns="45700">
            <a:noAutofit/>
          </a:bodyPr>
          <a:lstStyle>
            <a:lvl1pPr indent="-228600" lvl="0" marL="457200" algn="l">
              <a:lnSpc>
                <a:spcPct val="100000"/>
              </a:lnSpc>
              <a:spcBef>
                <a:spcPts val="360"/>
              </a:spcBef>
              <a:spcAft>
                <a:spcPts val="0"/>
              </a:spcAft>
              <a:buSzPts val="1350"/>
              <a:buNone/>
              <a:defRPr b="1" sz="1800"/>
            </a:lvl1pPr>
            <a:lvl2pPr indent="-228600" lvl="1" marL="914400" algn="l">
              <a:lnSpc>
                <a:spcPct val="100000"/>
              </a:lnSpc>
              <a:spcBef>
                <a:spcPts val="300"/>
              </a:spcBef>
              <a:spcAft>
                <a:spcPts val="0"/>
              </a:spcAft>
              <a:buSzPts val="1125"/>
              <a:buNone/>
              <a:defRPr b="1" sz="1500"/>
            </a:lvl2pPr>
            <a:lvl3pPr indent="-228600" lvl="2" marL="1371600" algn="l">
              <a:lnSpc>
                <a:spcPct val="100000"/>
              </a:lnSpc>
              <a:spcBef>
                <a:spcPts val="270"/>
              </a:spcBef>
              <a:spcAft>
                <a:spcPts val="0"/>
              </a:spcAft>
              <a:buSzPts val="1013"/>
              <a:buNone/>
              <a:defRPr b="1" sz="1350"/>
            </a:lvl3pPr>
            <a:lvl4pPr indent="-228600" lvl="3" marL="1828800" algn="l">
              <a:lnSpc>
                <a:spcPct val="100000"/>
              </a:lnSpc>
              <a:spcBef>
                <a:spcPts val="240"/>
              </a:spcBef>
              <a:spcAft>
                <a:spcPts val="0"/>
              </a:spcAft>
              <a:buSzPts val="900"/>
              <a:buNone/>
              <a:defRPr b="1" sz="1200"/>
            </a:lvl4pPr>
            <a:lvl5pPr indent="-228600" lvl="4" marL="2286000" algn="l">
              <a:lnSpc>
                <a:spcPct val="100000"/>
              </a:lnSpc>
              <a:spcBef>
                <a:spcPts val="240"/>
              </a:spcBef>
              <a:spcAft>
                <a:spcPts val="0"/>
              </a:spcAft>
              <a:buSzPts val="900"/>
              <a:buNone/>
              <a:defRPr b="1" sz="1200"/>
            </a:lvl5pPr>
            <a:lvl6pPr indent="-228600" lvl="5" marL="2743200" algn="l">
              <a:lnSpc>
                <a:spcPct val="100000"/>
              </a:lnSpc>
              <a:spcBef>
                <a:spcPts val="240"/>
              </a:spcBef>
              <a:spcAft>
                <a:spcPts val="0"/>
              </a:spcAft>
              <a:buSzPts val="900"/>
              <a:buNone/>
              <a:defRPr b="1" sz="1200"/>
            </a:lvl6pPr>
            <a:lvl7pPr indent="-228600" lvl="6" marL="3200400" algn="l">
              <a:lnSpc>
                <a:spcPct val="100000"/>
              </a:lnSpc>
              <a:spcBef>
                <a:spcPts val="240"/>
              </a:spcBef>
              <a:spcAft>
                <a:spcPts val="0"/>
              </a:spcAft>
              <a:buSzPts val="900"/>
              <a:buNone/>
              <a:defRPr b="1" sz="1200"/>
            </a:lvl7pPr>
            <a:lvl8pPr indent="-228600" lvl="7" marL="3657600" algn="l">
              <a:lnSpc>
                <a:spcPct val="100000"/>
              </a:lnSpc>
              <a:spcBef>
                <a:spcPts val="240"/>
              </a:spcBef>
              <a:spcAft>
                <a:spcPts val="0"/>
              </a:spcAft>
              <a:buSzPts val="900"/>
              <a:buNone/>
              <a:defRPr b="1" sz="1200"/>
            </a:lvl8pPr>
            <a:lvl9pPr indent="-228600" lvl="8" marL="4114800" algn="l">
              <a:lnSpc>
                <a:spcPct val="100000"/>
              </a:lnSpc>
              <a:spcBef>
                <a:spcPts val="240"/>
              </a:spcBef>
              <a:spcAft>
                <a:spcPts val="0"/>
              </a:spcAft>
              <a:buSzPts val="900"/>
              <a:buNone/>
              <a:defRPr b="1" sz="1200"/>
            </a:lvl9pPr>
          </a:lstStyle>
          <a:p/>
        </p:txBody>
      </p:sp>
      <p:sp>
        <p:nvSpPr>
          <p:cNvPr id="120" name="Google Shape;120;p65"/>
          <p:cNvSpPr txBox="1"/>
          <p:nvPr>
            <p:ph idx="4" type="body"/>
          </p:nvPr>
        </p:nvSpPr>
        <p:spPr>
          <a:xfrm>
            <a:off x="4629150" y="2505075"/>
            <a:ext cx="3887391" cy="3684588"/>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14325" lvl="1" marL="914400" algn="l">
              <a:lnSpc>
                <a:spcPct val="100000"/>
              </a:lnSpc>
              <a:spcBef>
                <a:spcPts val="360"/>
              </a:spcBef>
              <a:spcAft>
                <a:spcPts val="0"/>
              </a:spcAft>
              <a:buSzPts val="1350"/>
              <a:buChar char="●"/>
              <a:defRPr/>
            </a:lvl2pPr>
            <a:lvl3pPr indent="-314325" lvl="2" marL="1371600" algn="l">
              <a:lnSpc>
                <a:spcPct val="100000"/>
              </a:lnSpc>
              <a:spcBef>
                <a:spcPts val="360"/>
              </a:spcBef>
              <a:spcAft>
                <a:spcPts val="0"/>
              </a:spcAft>
              <a:buSzPts val="1350"/>
              <a:buChar char="●"/>
              <a:defRPr/>
            </a:lvl3pPr>
            <a:lvl4pPr indent="-314325" lvl="3" marL="1828800" algn="l">
              <a:lnSpc>
                <a:spcPct val="100000"/>
              </a:lnSpc>
              <a:spcBef>
                <a:spcPts val="360"/>
              </a:spcBef>
              <a:spcAft>
                <a:spcPts val="0"/>
              </a:spcAft>
              <a:buSzPts val="1350"/>
              <a:buChar char="●"/>
              <a:defRPr/>
            </a:lvl4pPr>
            <a:lvl5pPr indent="-314325" lvl="4" marL="2286000" algn="l">
              <a:lnSpc>
                <a:spcPct val="100000"/>
              </a:lnSpc>
              <a:spcBef>
                <a:spcPts val="360"/>
              </a:spcBef>
              <a:spcAft>
                <a:spcPts val="0"/>
              </a:spcAft>
              <a:buSzPts val="1350"/>
              <a:buChar char="●"/>
              <a:defRPr/>
            </a:lvl5pPr>
            <a:lvl6pPr indent="-314325" lvl="5" marL="2743200" algn="l">
              <a:lnSpc>
                <a:spcPct val="100000"/>
              </a:lnSpc>
              <a:spcBef>
                <a:spcPts val="360"/>
              </a:spcBef>
              <a:spcAft>
                <a:spcPts val="0"/>
              </a:spcAft>
              <a:buSzPts val="1350"/>
              <a:buChar char="●"/>
              <a:defRPr/>
            </a:lvl6pPr>
            <a:lvl7pPr indent="-314325" lvl="6" marL="3200400" algn="l">
              <a:lnSpc>
                <a:spcPct val="100000"/>
              </a:lnSpc>
              <a:spcBef>
                <a:spcPts val="360"/>
              </a:spcBef>
              <a:spcAft>
                <a:spcPts val="0"/>
              </a:spcAft>
              <a:buSzPts val="1350"/>
              <a:buChar char="●"/>
              <a:defRPr/>
            </a:lvl7pPr>
            <a:lvl8pPr indent="-314325" lvl="7" marL="3657600" algn="l">
              <a:lnSpc>
                <a:spcPct val="100000"/>
              </a:lnSpc>
              <a:spcBef>
                <a:spcPts val="360"/>
              </a:spcBef>
              <a:spcAft>
                <a:spcPts val="0"/>
              </a:spcAft>
              <a:buSzPts val="1350"/>
              <a:buChar char="●"/>
              <a:defRPr/>
            </a:lvl8pPr>
            <a:lvl9pPr indent="-314325" lvl="8" marL="4114800" algn="l">
              <a:lnSpc>
                <a:spcPct val="100000"/>
              </a:lnSpc>
              <a:spcBef>
                <a:spcPts val="360"/>
              </a:spcBef>
              <a:spcAft>
                <a:spcPts val="0"/>
              </a:spcAft>
              <a:buSzPts val="1350"/>
              <a:buChar char="●"/>
              <a:defRPr/>
            </a:lvl9pPr>
          </a:lstStyle>
          <a:p/>
        </p:txBody>
      </p:sp>
      <p:sp>
        <p:nvSpPr>
          <p:cNvPr id="121" name="Google Shape;121;p6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22" name="Google Shape;122;p6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23" name="Google Shape;123;p6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66"/>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6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27" name="Google Shape;127;p6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28" name="Google Shape;128;p6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6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31" name="Google Shape;131;p6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32" name="Google Shape;132;p6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p68"/>
          <p:cNvSpPr txBox="1"/>
          <p:nvPr>
            <p:ph type="title"/>
          </p:nvPr>
        </p:nvSpPr>
        <p:spPr>
          <a:xfrm>
            <a:off x="629841" y="457200"/>
            <a:ext cx="2949178" cy="1600200"/>
          </a:xfrm>
          <a:prstGeom prst="rect">
            <a:avLst/>
          </a:prstGeom>
          <a:noFill/>
          <a:ln>
            <a:noFill/>
          </a:ln>
          <a:effectLst>
            <a:outerShdw rotWithShape="0" algn="ctr" dir="2699999" dist="35921">
              <a:schemeClr val="lt1"/>
            </a:outerShdw>
          </a:effectLst>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400"/>
              <a:buFont typeface="Tahoma"/>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68"/>
          <p:cNvSpPr txBox="1"/>
          <p:nvPr>
            <p:ph idx="1" type="body"/>
          </p:nvPr>
        </p:nvSpPr>
        <p:spPr>
          <a:xfrm>
            <a:off x="3887391" y="987425"/>
            <a:ext cx="4629150" cy="4873625"/>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42900" lvl="0" marL="457200" algn="l">
              <a:lnSpc>
                <a:spcPct val="100000"/>
              </a:lnSpc>
              <a:spcBef>
                <a:spcPts val="480"/>
              </a:spcBef>
              <a:spcAft>
                <a:spcPts val="0"/>
              </a:spcAft>
              <a:buSzPts val="1800"/>
              <a:buChar char="●"/>
              <a:defRPr sz="2400"/>
            </a:lvl1pPr>
            <a:lvl2pPr indent="-328612" lvl="1" marL="914400" algn="l">
              <a:lnSpc>
                <a:spcPct val="100000"/>
              </a:lnSpc>
              <a:spcBef>
                <a:spcPts val="420"/>
              </a:spcBef>
              <a:spcAft>
                <a:spcPts val="0"/>
              </a:spcAft>
              <a:buSzPts val="1575"/>
              <a:buChar char="●"/>
              <a:defRPr sz="2100"/>
            </a:lvl2pPr>
            <a:lvl3pPr indent="-314325" lvl="2" marL="1371600" algn="l">
              <a:lnSpc>
                <a:spcPct val="100000"/>
              </a:lnSpc>
              <a:spcBef>
                <a:spcPts val="360"/>
              </a:spcBef>
              <a:spcAft>
                <a:spcPts val="0"/>
              </a:spcAft>
              <a:buSzPts val="1350"/>
              <a:buChar char="●"/>
              <a:defRPr sz="1800"/>
            </a:lvl3pPr>
            <a:lvl4pPr indent="-300037" lvl="3" marL="1828800" algn="l">
              <a:lnSpc>
                <a:spcPct val="100000"/>
              </a:lnSpc>
              <a:spcBef>
                <a:spcPts val="300"/>
              </a:spcBef>
              <a:spcAft>
                <a:spcPts val="0"/>
              </a:spcAft>
              <a:buSzPts val="1125"/>
              <a:buChar char="●"/>
              <a:defRPr sz="1500"/>
            </a:lvl4pPr>
            <a:lvl5pPr indent="-300037" lvl="4" marL="2286000" algn="l">
              <a:lnSpc>
                <a:spcPct val="100000"/>
              </a:lnSpc>
              <a:spcBef>
                <a:spcPts val="300"/>
              </a:spcBef>
              <a:spcAft>
                <a:spcPts val="0"/>
              </a:spcAft>
              <a:buSzPts val="1125"/>
              <a:buChar char="●"/>
              <a:defRPr sz="1500"/>
            </a:lvl5pPr>
            <a:lvl6pPr indent="-300037" lvl="5" marL="2743200" algn="l">
              <a:lnSpc>
                <a:spcPct val="100000"/>
              </a:lnSpc>
              <a:spcBef>
                <a:spcPts val="300"/>
              </a:spcBef>
              <a:spcAft>
                <a:spcPts val="0"/>
              </a:spcAft>
              <a:buSzPts val="1125"/>
              <a:buChar char="●"/>
              <a:defRPr sz="1500"/>
            </a:lvl6pPr>
            <a:lvl7pPr indent="-300037" lvl="6" marL="3200400" algn="l">
              <a:lnSpc>
                <a:spcPct val="100000"/>
              </a:lnSpc>
              <a:spcBef>
                <a:spcPts val="300"/>
              </a:spcBef>
              <a:spcAft>
                <a:spcPts val="0"/>
              </a:spcAft>
              <a:buSzPts val="1125"/>
              <a:buChar char="●"/>
              <a:defRPr sz="1500"/>
            </a:lvl7pPr>
            <a:lvl8pPr indent="-300037" lvl="7" marL="3657600" algn="l">
              <a:lnSpc>
                <a:spcPct val="100000"/>
              </a:lnSpc>
              <a:spcBef>
                <a:spcPts val="300"/>
              </a:spcBef>
              <a:spcAft>
                <a:spcPts val="0"/>
              </a:spcAft>
              <a:buSzPts val="1125"/>
              <a:buChar char="●"/>
              <a:defRPr sz="1500"/>
            </a:lvl8pPr>
            <a:lvl9pPr indent="-300037" lvl="8" marL="4114800" algn="l">
              <a:lnSpc>
                <a:spcPct val="100000"/>
              </a:lnSpc>
              <a:spcBef>
                <a:spcPts val="300"/>
              </a:spcBef>
              <a:spcAft>
                <a:spcPts val="0"/>
              </a:spcAft>
              <a:buSzPts val="1125"/>
              <a:buChar char="●"/>
              <a:defRPr sz="1500"/>
            </a:lvl9pPr>
          </a:lstStyle>
          <a:p/>
        </p:txBody>
      </p:sp>
      <p:sp>
        <p:nvSpPr>
          <p:cNvPr id="136" name="Google Shape;136;p68"/>
          <p:cNvSpPr txBox="1"/>
          <p:nvPr>
            <p:ph idx="2" type="body"/>
          </p:nvPr>
        </p:nvSpPr>
        <p:spPr>
          <a:xfrm>
            <a:off x="629841" y="2057400"/>
            <a:ext cx="2949178" cy="3811588"/>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228600" lvl="0" marL="457200" algn="l">
              <a:lnSpc>
                <a:spcPct val="100000"/>
              </a:lnSpc>
              <a:spcBef>
                <a:spcPts val="240"/>
              </a:spcBef>
              <a:spcAft>
                <a:spcPts val="0"/>
              </a:spcAft>
              <a:buSzPts val="900"/>
              <a:buNone/>
              <a:defRPr sz="1200"/>
            </a:lvl1pPr>
            <a:lvl2pPr indent="-228600" lvl="1" marL="914400" algn="l">
              <a:lnSpc>
                <a:spcPct val="100000"/>
              </a:lnSpc>
              <a:spcBef>
                <a:spcPts val="210"/>
              </a:spcBef>
              <a:spcAft>
                <a:spcPts val="0"/>
              </a:spcAft>
              <a:buSzPts val="788"/>
              <a:buNone/>
              <a:defRPr sz="1050"/>
            </a:lvl2pPr>
            <a:lvl3pPr indent="-228600" lvl="2" marL="1371600" algn="l">
              <a:lnSpc>
                <a:spcPct val="100000"/>
              </a:lnSpc>
              <a:spcBef>
                <a:spcPts val="180"/>
              </a:spcBef>
              <a:spcAft>
                <a:spcPts val="0"/>
              </a:spcAft>
              <a:buSzPts val="675"/>
              <a:buNone/>
              <a:defRPr sz="900"/>
            </a:lvl3pPr>
            <a:lvl4pPr indent="-228600" lvl="3" marL="1828800" algn="l">
              <a:lnSpc>
                <a:spcPct val="100000"/>
              </a:lnSpc>
              <a:spcBef>
                <a:spcPts val="150"/>
              </a:spcBef>
              <a:spcAft>
                <a:spcPts val="0"/>
              </a:spcAft>
              <a:buSzPts val="563"/>
              <a:buNone/>
              <a:defRPr sz="750"/>
            </a:lvl4pPr>
            <a:lvl5pPr indent="-228600" lvl="4" marL="2286000" algn="l">
              <a:lnSpc>
                <a:spcPct val="100000"/>
              </a:lnSpc>
              <a:spcBef>
                <a:spcPts val="150"/>
              </a:spcBef>
              <a:spcAft>
                <a:spcPts val="0"/>
              </a:spcAft>
              <a:buSzPts val="563"/>
              <a:buNone/>
              <a:defRPr sz="750"/>
            </a:lvl5pPr>
            <a:lvl6pPr indent="-228600" lvl="5" marL="2743200" algn="l">
              <a:lnSpc>
                <a:spcPct val="100000"/>
              </a:lnSpc>
              <a:spcBef>
                <a:spcPts val="150"/>
              </a:spcBef>
              <a:spcAft>
                <a:spcPts val="0"/>
              </a:spcAft>
              <a:buSzPts val="563"/>
              <a:buNone/>
              <a:defRPr sz="750"/>
            </a:lvl6pPr>
            <a:lvl7pPr indent="-228600" lvl="6" marL="3200400" algn="l">
              <a:lnSpc>
                <a:spcPct val="100000"/>
              </a:lnSpc>
              <a:spcBef>
                <a:spcPts val="150"/>
              </a:spcBef>
              <a:spcAft>
                <a:spcPts val="0"/>
              </a:spcAft>
              <a:buSzPts val="563"/>
              <a:buNone/>
              <a:defRPr sz="750"/>
            </a:lvl7pPr>
            <a:lvl8pPr indent="-228600" lvl="7" marL="3657600" algn="l">
              <a:lnSpc>
                <a:spcPct val="100000"/>
              </a:lnSpc>
              <a:spcBef>
                <a:spcPts val="150"/>
              </a:spcBef>
              <a:spcAft>
                <a:spcPts val="0"/>
              </a:spcAft>
              <a:buSzPts val="563"/>
              <a:buNone/>
              <a:defRPr sz="750"/>
            </a:lvl8pPr>
            <a:lvl9pPr indent="-228600" lvl="8" marL="4114800" algn="l">
              <a:lnSpc>
                <a:spcPct val="100000"/>
              </a:lnSpc>
              <a:spcBef>
                <a:spcPts val="150"/>
              </a:spcBef>
              <a:spcAft>
                <a:spcPts val="0"/>
              </a:spcAft>
              <a:buSzPts val="563"/>
              <a:buNone/>
              <a:defRPr sz="750"/>
            </a:lvl9pPr>
          </a:lstStyle>
          <a:p/>
        </p:txBody>
      </p:sp>
      <p:sp>
        <p:nvSpPr>
          <p:cNvPr id="137" name="Google Shape;137;p6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38" name="Google Shape;138;p6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39" name="Google Shape;139;p6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p69"/>
          <p:cNvSpPr txBox="1"/>
          <p:nvPr>
            <p:ph type="title"/>
          </p:nvPr>
        </p:nvSpPr>
        <p:spPr>
          <a:xfrm>
            <a:off x="629841" y="457200"/>
            <a:ext cx="2949178" cy="1600200"/>
          </a:xfrm>
          <a:prstGeom prst="rect">
            <a:avLst/>
          </a:prstGeom>
          <a:noFill/>
          <a:ln>
            <a:noFill/>
          </a:ln>
          <a:effectLst>
            <a:outerShdw rotWithShape="0" algn="ctr" dir="2699999" dist="35921">
              <a:schemeClr val="lt1"/>
            </a:outerShdw>
          </a:effectLst>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400"/>
              <a:buFont typeface="Tahoma"/>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69"/>
          <p:cNvSpPr/>
          <p:nvPr>
            <p:ph idx="2" type="pic"/>
          </p:nvPr>
        </p:nvSpPr>
        <p:spPr>
          <a:xfrm>
            <a:off x="3887391" y="987425"/>
            <a:ext cx="4629150" cy="4873625"/>
          </a:xfrm>
          <a:prstGeom prst="rect">
            <a:avLst/>
          </a:prstGeom>
          <a:noFill/>
          <a:ln>
            <a:noFill/>
          </a:ln>
          <a:effectLst>
            <a:outerShdw rotWithShape="0" algn="ctr" dir="2699999" dist="35921">
              <a:schemeClr val="lt1"/>
            </a:outerShdw>
          </a:effectLst>
        </p:spPr>
      </p:sp>
      <p:sp>
        <p:nvSpPr>
          <p:cNvPr id="143" name="Google Shape;143;p69"/>
          <p:cNvSpPr txBox="1"/>
          <p:nvPr>
            <p:ph idx="1" type="body"/>
          </p:nvPr>
        </p:nvSpPr>
        <p:spPr>
          <a:xfrm>
            <a:off x="629841" y="2057400"/>
            <a:ext cx="2949178" cy="3811588"/>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228600" lvl="0" marL="457200" algn="l">
              <a:lnSpc>
                <a:spcPct val="100000"/>
              </a:lnSpc>
              <a:spcBef>
                <a:spcPts val="240"/>
              </a:spcBef>
              <a:spcAft>
                <a:spcPts val="0"/>
              </a:spcAft>
              <a:buSzPts val="900"/>
              <a:buNone/>
              <a:defRPr sz="1200"/>
            </a:lvl1pPr>
            <a:lvl2pPr indent="-228600" lvl="1" marL="914400" algn="l">
              <a:lnSpc>
                <a:spcPct val="100000"/>
              </a:lnSpc>
              <a:spcBef>
                <a:spcPts val="210"/>
              </a:spcBef>
              <a:spcAft>
                <a:spcPts val="0"/>
              </a:spcAft>
              <a:buSzPts val="788"/>
              <a:buNone/>
              <a:defRPr sz="1050"/>
            </a:lvl2pPr>
            <a:lvl3pPr indent="-228600" lvl="2" marL="1371600" algn="l">
              <a:lnSpc>
                <a:spcPct val="100000"/>
              </a:lnSpc>
              <a:spcBef>
                <a:spcPts val="180"/>
              </a:spcBef>
              <a:spcAft>
                <a:spcPts val="0"/>
              </a:spcAft>
              <a:buSzPts val="675"/>
              <a:buNone/>
              <a:defRPr sz="900"/>
            </a:lvl3pPr>
            <a:lvl4pPr indent="-228600" lvl="3" marL="1828800" algn="l">
              <a:lnSpc>
                <a:spcPct val="100000"/>
              </a:lnSpc>
              <a:spcBef>
                <a:spcPts val="150"/>
              </a:spcBef>
              <a:spcAft>
                <a:spcPts val="0"/>
              </a:spcAft>
              <a:buSzPts val="563"/>
              <a:buNone/>
              <a:defRPr sz="750"/>
            </a:lvl4pPr>
            <a:lvl5pPr indent="-228600" lvl="4" marL="2286000" algn="l">
              <a:lnSpc>
                <a:spcPct val="100000"/>
              </a:lnSpc>
              <a:spcBef>
                <a:spcPts val="150"/>
              </a:spcBef>
              <a:spcAft>
                <a:spcPts val="0"/>
              </a:spcAft>
              <a:buSzPts val="563"/>
              <a:buNone/>
              <a:defRPr sz="750"/>
            </a:lvl5pPr>
            <a:lvl6pPr indent="-228600" lvl="5" marL="2743200" algn="l">
              <a:lnSpc>
                <a:spcPct val="100000"/>
              </a:lnSpc>
              <a:spcBef>
                <a:spcPts val="150"/>
              </a:spcBef>
              <a:spcAft>
                <a:spcPts val="0"/>
              </a:spcAft>
              <a:buSzPts val="563"/>
              <a:buNone/>
              <a:defRPr sz="750"/>
            </a:lvl6pPr>
            <a:lvl7pPr indent="-228600" lvl="6" marL="3200400" algn="l">
              <a:lnSpc>
                <a:spcPct val="100000"/>
              </a:lnSpc>
              <a:spcBef>
                <a:spcPts val="150"/>
              </a:spcBef>
              <a:spcAft>
                <a:spcPts val="0"/>
              </a:spcAft>
              <a:buSzPts val="563"/>
              <a:buNone/>
              <a:defRPr sz="750"/>
            </a:lvl7pPr>
            <a:lvl8pPr indent="-228600" lvl="7" marL="3657600" algn="l">
              <a:lnSpc>
                <a:spcPct val="100000"/>
              </a:lnSpc>
              <a:spcBef>
                <a:spcPts val="150"/>
              </a:spcBef>
              <a:spcAft>
                <a:spcPts val="0"/>
              </a:spcAft>
              <a:buSzPts val="563"/>
              <a:buNone/>
              <a:defRPr sz="750"/>
            </a:lvl8pPr>
            <a:lvl9pPr indent="-228600" lvl="8" marL="4114800" algn="l">
              <a:lnSpc>
                <a:spcPct val="100000"/>
              </a:lnSpc>
              <a:spcBef>
                <a:spcPts val="150"/>
              </a:spcBef>
              <a:spcAft>
                <a:spcPts val="0"/>
              </a:spcAft>
              <a:buSzPts val="563"/>
              <a:buNone/>
              <a:defRPr sz="750"/>
            </a:lvl9pPr>
          </a:lstStyle>
          <a:p/>
        </p:txBody>
      </p:sp>
      <p:sp>
        <p:nvSpPr>
          <p:cNvPr id="144" name="Google Shape;144;p6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45" name="Google Shape;145;p6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46" name="Google Shape;146;p6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p70"/>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70"/>
          <p:cNvSpPr txBox="1"/>
          <p:nvPr>
            <p:ph idx="1" type="body"/>
          </p:nvPr>
        </p:nvSpPr>
        <p:spPr>
          <a:xfrm rot="5400000">
            <a:off x="2234407" y="300832"/>
            <a:ext cx="4751387" cy="769620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14325" lvl="1" marL="914400" algn="l">
              <a:lnSpc>
                <a:spcPct val="100000"/>
              </a:lnSpc>
              <a:spcBef>
                <a:spcPts val="360"/>
              </a:spcBef>
              <a:spcAft>
                <a:spcPts val="0"/>
              </a:spcAft>
              <a:buSzPts val="1350"/>
              <a:buChar char="●"/>
              <a:defRPr/>
            </a:lvl2pPr>
            <a:lvl3pPr indent="-314325" lvl="2" marL="1371600" algn="l">
              <a:lnSpc>
                <a:spcPct val="100000"/>
              </a:lnSpc>
              <a:spcBef>
                <a:spcPts val="360"/>
              </a:spcBef>
              <a:spcAft>
                <a:spcPts val="0"/>
              </a:spcAft>
              <a:buSzPts val="1350"/>
              <a:buChar char="●"/>
              <a:defRPr/>
            </a:lvl3pPr>
            <a:lvl4pPr indent="-314325" lvl="3" marL="1828800" algn="l">
              <a:lnSpc>
                <a:spcPct val="100000"/>
              </a:lnSpc>
              <a:spcBef>
                <a:spcPts val="360"/>
              </a:spcBef>
              <a:spcAft>
                <a:spcPts val="0"/>
              </a:spcAft>
              <a:buSzPts val="1350"/>
              <a:buChar char="●"/>
              <a:defRPr/>
            </a:lvl4pPr>
            <a:lvl5pPr indent="-314325" lvl="4" marL="2286000" algn="l">
              <a:lnSpc>
                <a:spcPct val="100000"/>
              </a:lnSpc>
              <a:spcBef>
                <a:spcPts val="360"/>
              </a:spcBef>
              <a:spcAft>
                <a:spcPts val="0"/>
              </a:spcAft>
              <a:buSzPts val="1350"/>
              <a:buChar char="●"/>
              <a:defRPr/>
            </a:lvl5pPr>
            <a:lvl6pPr indent="-314325" lvl="5" marL="2743200" algn="l">
              <a:lnSpc>
                <a:spcPct val="100000"/>
              </a:lnSpc>
              <a:spcBef>
                <a:spcPts val="360"/>
              </a:spcBef>
              <a:spcAft>
                <a:spcPts val="0"/>
              </a:spcAft>
              <a:buSzPts val="1350"/>
              <a:buChar char="●"/>
              <a:defRPr/>
            </a:lvl6pPr>
            <a:lvl7pPr indent="-314325" lvl="6" marL="3200400" algn="l">
              <a:lnSpc>
                <a:spcPct val="100000"/>
              </a:lnSpc>
              <a:spcBef>
                <a:spcPts val="360"/>
              </a:spcBef>
              <a:spcAft>
                <a:spcPts val="0"/>
              </a:spcAft>
              <a:buSzPts val="1350"/>
              <a:buChar char="●"/>
              <a:defRPr/>
            </a:lvl7pPr>
            <a:lvl8pPr indent="-314325" lvl="7" marL="3657600" algn="l">
              <a:lnSpc>
                <a:spcPct val="100000"/>
              </a:lnSpc>
              <a:spcBef>
                <a:spcPts val="360"/>
              </a:spcBef>
              <a:spcAft>
                <a:spcPts val="0"/>
              </a:spcAft>
              <a:buSzPts val="1350"/>
              <a:buChar char="●"/>
              <a:defRPr/>
            </a:lvl8pPr>
            <a:lvl9pPr indent="-314325" lvl="8" marL="4114800" algn="l">
              <a:lnSpc>
                <a:spcPct val="100000"/>
              </a:lnSpc>
              <a:spcBef>
                <a:spcPts val="360"/>
              </a:spcBef>
              <a:spcAft>
                <a:spcPts val="0"/>
              </a:spcAft>
              <a:buSzPts val="1350"/>
              <a:buChar char="●"/>
              <a:defRPr/>
            </a:lvl9pPr>
          </a:lstStyle>
          <a:p/>
        </p:txBody>
      </p:sp>
      <p:sp>
        <p:nvSpPr>
          <p:cNvPr id="150" name="Google Shape;150;p7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51" name="Google Shape;151;p7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52" name="Google Shape;152;p7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71"/>
          <p:cNvSpPr txBox="1"/>
          <p:nvPr>
            <p:ph type="title"/>
          </p:nvPr>
        </p:nvSpPr>
        <p:spPr>
          <a:xfrm rot="5400000">
            <a:off x="4400550" y="2466975"/>
            <a:ext cx="6191250" cy="192405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71"/>
          <p:cNvSpPr txBox="1"/>
          <p:nvPr>
            <p:ph idx="1" type="body"/>
          </p:nvPr>
        </p:nvSpPr>
        <p:spPr>
          <a:xfrm rot="5400000">
            <a:off x="496680" y="598695"/>
            <a:ext cx="6191250" cy="5660611"/>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14325" lvl="1" marL="914400" algn="l">
              <a:lnSpc>
                <a:spcPct val="100000"/>
              </a:lnSpc>
              <a:spcBef>
                <a:spcPts val="360"/>
              </a:spcBef>
              <a:spcAft>
                <a:spcPts val="0"/>
              </a:spcAft>
              <a:buSzPts val="1350"/>
              <a:buChar char="●"/>
              <a:defRPr/>
            </a:lvl2pPr>
            <a:lvl3pPr indent="-314325" lvl="2" marL="1371600" algn="l">
              <a:lnSpc>
                <a:spcPct val="100000"/>
              </a:lnSpc>
              <a:spcBef>
                <a:spcPts val="360"/>
              </a:spcBef>
              <a:spcAft>
                <a:spcPts val="0"/>
              </a:spcAft>
              <a:buSzPts val="1350"/>
              <a:buChar char="●"/>
              <a:defRPr/>
            </a:lvl3pPr>
            <a:lvl4pPr indent="-314325" lvl="3" marL="1828800" algn="l">
              <a:lnSpc>
                <a:spcPct val="100000"/>
              </a:lnSpc>
              <a:spcBef>
                <a:spcPts val="360"/>
              </a:spcBef>
              <a:spcAft>
                <a:spcPts val="0"/>
              </a:spcAft>
              <a:buSzPts val="1350"/>
              <a:buChar char="●"/>
              <a:defRPr/>
            </a:lvl4pPr>
            <a:lvl5pPr indent="-314325" lvl="4" marL="2286000" algn="l">
              <a:lnSpc>
                <a:spcPct val="100000"/>
              </a:lnSpc>
              <a:spcBef>
                <a:spcPts val="360"/>
              </a:spcBef>
              <a:spcAft>
                <a:spcPts val="0"/>
              </a:spcAft>
              <a:buSzPts val="1350"/>
              <a:buChar char="●"/>
              <a:defRPr/>
            </a:lvl5pPr>
            <a:lvl6pPr indent="-314325" lvl="5" marL="2743200" algn="l">
              <a:lnSpc>
                <a:spcPct val="100000"/>
              </a:lnSpc>
              <a:spcBef>
                <a:spcPts val="360"/>
              </a:spcBef>
              <a:spcAft>
                <a:spcPts val="0"/>
              </a:spcAft>
              <a:buSzPts val="1350"/>
              <a:buChar char="●"/>
              <a:defRPr/>
            </a:lvl6pPr>
            <a:lvl7pPr indent="-314325" lvl="6" marL="3200400" algn="l">
              <a:lnSpc>
                <a:spcPct val="100000"/>
              </a:lnSpc>
              <a:spcBef>
                <a:spcPts val="360"/>
              </a:spcBef>
              <a:spcAft>
                <a:spcPts val="0"/>
              </a:spcAft>
              <a:buSzPts val="1350"/>
              <a:buChar char="●"/>
              <a:defRPr/>
            </a:lvl7pPr>
            <a:lvl8pPr indent="-314325" lvl="7" marL="3657600" algn="l">
              <a:lnSpc>
                <a:spcPct val="100000"/>
              </a:lnSpc>
              <a:spcBef>
                <a:spcPts val="360"/>
              </a:spcBef>
              <a:spcAft>
                <a:spcPts val="0"/>
              </a:spcAft>
              <a:buSzPts val="1350"/>
              <a:buChar char="●"/>
              <a:defRPr/>
            </a:lvl8pPr>
            <a:lvl9pPr indent="-314325" lvl="8" marL="4114800" algn="l">
              <a:lnSpc>
                <a:spcPct val="100000"/>
              </a:lnSpc>
              <a:spcBef>
                <a:spcPts val="360"/>
              </a:spcBef>
              <a:spcAft>
                <a:spcPts val="0"/>
              </a:spcAft>
              <a:buSzPts val="1350"/>
              <a:buChar char="●"/>
              <a:defRPr/>
            </a:lvl9pPr>
          </a:lstStyle>
          <a:p/>
        </p:txBody>
      </p:sp>
      <p:sp>
        <p:nvSpPr>
          <p:cNvPr id="156" name="Google Shape;156;p7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57" name="Google Shape;157;p7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58" name="Google Shape;158;p7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Times New Roman"/>
              <a:buNone/>
              <a:defRPr/>
            </a:lvl1pPr>
            <a:lvl2pPr indent="0" lvl="1" marL="0" algn="r">
              <a:lnSpc>
                <a:spcPct val="100000"/>
              </a:lnSpc>
              <a:spcBef>
                <a:spcPts val="0"/>
              </a:spcBef>
              <a:spcAft>
                <a:spcPts val="0"/>
              </a:spcAft>
              <a:buClr>
                <a:schemeClr val="dk1"/>
              </a:buClr>
              <a:buSzPts val="1400"/>
              <a:buFont typeface="Times New Roman"/>
              <a:buNone/>
              <a:defRPr/>
            </a:lvl2pPr>
            <a:lvl3pPr indent="0" lvl="2" marL="0" algn="r">
              <a:lnSpc>
                <a:spcPct val="100000"/>
              </a:lnSpc>
              <a:spcBef>
                <a:spcPts val="0"/>
              </a:spcBef>
              <a:spcAft>
                <a:spcPts val="0"/>
              </a:spcAft>
              <a:buClr>
                <a:schemeClr val="dk1"/>
              </a:buClr>
              <a:buSzPts val="1400"/>
              <a:buFont typeface="Times New Roman"/>
              <a:buNone/>
              <a:defRPr/>
            </a:lvl3pPr>
            <a:lvl4pPr indent="0" lvl="3" marL="0" algn="r">
              <a:lnSpc>
                <a:spcPct val="100000"/>
              </a:lnSpc>
              <a:spcBef>
                <a:spcPts val="0"/>
              </a:spcBef>
              <a:spcAft>
                <a:spcPts val="0"/>
              </a:spcAft>
              <a:buClr>
                <a:schemeClr val="dk1"/>
              </a:buClr>
              <a:buSzPts val="1400"/>
              <a:buFont typeface="Times New Roman"/>
              <a:buNone/>
              <a:defRPr/>
            </a:lvl4pPr>
            <a:lvl5pPr indent="0" lvl="4" marL="0" algn="r">
              <a:lnSpc>
                <a:spcPct val="100000"/>
              </a:lnSpc>
              <a:spcBef>
                <a:spcPts val="0"/>
              </a:spcBef>
              <a:spcAft>
                <a:spcPts val="0"/>
              </a:spcAft>
              <a:buClr>
                <a:schemeClr val="dk1"/>
              </a:buClr>
              <a:buSzPts val="1400"/>
              <a:buFont typeface="Times New Roman"/>
              <a:buNone/>
              <a:defRPr/>
            </a:lvl5pPr>
            <a:lvl6pPr indent="0" lvl="5" marL="0" algn="r">
              <a:lnSpc>
                <a:spcPct val="100000"/>
              </a:lnSpc>
              <a:spcBef>
                <a:spcPts val="0"/>
              </a:spcBef>
              <a:spcAft>
                <a:spcPts val="0"/>
              </a:spcAft>
              <a:buClr>
                <a:schemeClr val="dk1"/>
              </a:buClr>
              <a:buSzPts val="1400"/>
              <a:buFont typeface="Times New Roman"/>
              <a:buNone/>
              <a:defRPr/>
            </a:lvl6pPr>
            <a:lvl7pPr indent="0" lvl="6" marL="0" algn="r">
              <a:lnSpc>
                <a:spcPct val="100000"/>
              </a:lnSpc>
              <a:spcBef>
                <a:spcPts val="0"/>
              </a:spcBef>
              <a:spcAft>
                <a:spcPts val="0"/>
              </a:spcAft>
              <a:buClr>
                <a:schemeClr val="dk1"/>
              </a:buClr>
              <a:buSzPts val="1400"/>
              <a:buFont typeface="Times New Roman"/>
              <a:buNone/>
              <a:defRPr/>
            </a:lvl7pPr>
            <a:lvl8pPr indent="0" lvl="7" marL="0" algn="r">
              <a:lnSpc>
                <a:spcPct val="100000"/>
              </a:lnSpc>
              <a:spcBef>
                <a:spcPts val="0"/>
              </a:spcBef>
              <a:spcAft>
                <a:spcPts val="0"/>
              </a:spcAft>
              <a:buClr>
                <a:schemeClr val="dk1"/>
              </a:buClr>
              <a:buSzPts val="1400"/>
              <a:buFont typeface="Times New Roman"/>
              <a:buNone/>
              <a:defRPr/>
            </a:lvl8pPr>
            <a:lvl9pPr indent="0" lvl="8" marL="0" algn="r">
              <a:lnSpc>
                <a:spcPct val="100000"/>
              </a:lnSpc>
              <a:spcBef>
                <a:spcPts val="0"/>
              </a:spcBef>
              <a:spcAft>
                <a:spcPts val="0"/>
              </a:spcAft>
              <a:buClr>
                <a:schemeClr val="dk1"/>
              </a:buClr>
              <a:buSzPts val="1400"/>
              <a:buFont typeface="Times New Roman"/>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1.xml"/><Relationship Id="rId12" Type="http://schemas.openxmlformats.org/officeDocument/2006/relationships/slideLayout" Target="../slideLayouts/slideLayout22.xml"/><Relationship Id="rId1" Type="http://schemas.openxmlformats.org/officeDocument/2006/relationships/image" Target="../media/image2.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48"/>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dk2"/>
              </a:buClr>
              <a:buSzPts val="4400"/>
              <a:buFont typeface="Tahoma"/>
              <a:buNone/>
              <a:defRPr b="0" i="0" sz="4400" u="none" cap="none" strike="noStrike">
                <a:solidFill>
                  <a:schemeClr val="dk2"/>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8"/>
          <p:cNvSpPr txBox="1"/>
          <p:nvPr>
            <p:ph idx="1" type="body"/>
          </p:nvPr>
        </p:nvSpPr>
        <p:spPr>
          <a:xfrm>
            <a:off x="762000" y="1773238"/>
            <a:ext cx="7696200" cy="4751387"/>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81000" lvl="0" marL="457200" marR="0" rtl="0" algn="l">
              <a:lnSpc>
                <a:spcPct val="100000"/>
              </a:lnSpc>
              <a:spcBef>
                <a:spcPts val="640"/>
              </a:spcBef>
              <a:spcAft>
                <a:spcPts val="0"/>
              </a:spcAft>
              <a:buClr>
                <a:schemeClr val="accent1"/>
              </a:buClr>
              <a:buSzPts val="2400"/>
              <a:buFont typeface="Noto Sans Symbols"/>
              <a:buChar char="●"/>
              <a:defRPr b="0" i="0" sz="3200" u="none" cap="none" strike="noStrike">
                <a:solidFill>
                  <a:schemeClr val="dk1"/>
                </a:solidFill>
                <a:latin typeface="Tahoma"/>
                <a:ea typeface="Tahoma"/>
                <a:cs typeface="Tahoma"/>
                <a:sym typeface="Tahoma"/>
              </a:defRPr>
            </a:lvl1pPr>
            <a:lvl2pPr indent="-361950" lvl="1" marL="914400" marR="0" rtl="0" algn="l">
              <a:lnSpc>
                <a:spcPct val="100000"/>
              </a:lnSpc>
              <a:spcBef>
                <a:spcPts val="560"/>
              </a:spcBef>
              <a:spcAft>
                <a:spcPts val="0"/>
              </a:spcAft>
              <a:buClr>
                <a:schemeClr val="accent1"/>
              </a:buClr>
              <a:buSzPts val="2100"/>
              <a:buFont typeface="Noto Sans Symbols"/>
              <a:buChar char="●"/>
              <a:defRPr b="0" i="0" sz="2800" u="none" cap="none" strike="noStrike">
                <a:solidFill>
                  <a:schemeClr val="dk1"/>
                </a:solidFill>
                <a:latin typeface="Tahoma"/>
                <a:ea typeface="Tahoma"/>
                <a:cs typeface="Tahoma"/>
                <a:sym typeface="Tahoma"/>
              </a:defRPr>
            </a:lvl2pPr>
            <a:lvl3pPr indent="-342900" lvl="2" marL="1371600" marR="0" rtl="0" algn="l">
              <a:lnSpc>
                <a:spcPct val="100000"/>
              </a:lnSpc>
              <a:spcBef>
                <a:spcPts val="480"/>
              </a:spcBef>
              <a:spcAft>
                <a:spcPts val="0"/>
              </a:spcAft>
              <a:buClr>
                <a:schemeClr val="accent1"/>
              </a:buClr>
              <a:buSzPts val="1800"/>
              <a:buFont typeface="Noto Sans Symbols"/>
              <a:buChar char="●"/>
              <a:defRPr b="0" i="0" sz="2400" u="none" cap="none" strike="noStrike">
                <a:solidFill>
                  <a:schemeClr val="dk1"/>
                </a:solidFill>
                <a:latin typeface="Tahoma"/>
                <a:ea typeface="Tahoma"/>
                <a:cs typeface="Tahoma"/>
                <a:sym typeface="Tahoma"/>
              </a:defRPr>
            </a:lvl3pPr>
            <a:lvl4pPr indent="-323850" lvl="3" marL="1828800" marR="0" rtl="0" algn="l">
              <a:lnSpc>
                <a:spcPct val="100000"/>
              </a:lnSpc>
              <a:spcBef>
                <a:spcPts val="400"/>
              </a:spcBef>
              <a:spcAft>
                <a:spcPts val="0"/>
              </a:spcAft>
              <a:buClr>
                <a:schemeClr val="accent1"/>
              </a:buClr>
              <a:buSzPts val="1500"/>
              <a:buFont typeface="Noto Sans Symbols"/>
              <a:buChar char="●"/>
              <a:defRPr b="0" i="0" sz="2000" u="none" cap="none" strike="noStrike">
                <a:solidFill>
                  <a:schemeClr val="dk1"/>
                </a:solidFill>
                <a:latin typeface="Tahoma"/>
                <a:ea typeface="Tahoma"/>
                <a:cs typeface="Tahoma"/>
                <a:sym typeface="Tahoma"/>
              </a:defRPr>
            </a:lvl4pPr>
            <a:lvl5pPr indent="-323850" lvl="4" marL="2286000" marR="0" rtl="0" algn="l">
              <a:lnSpc>
                <a:spcPct val="100000"/>
              </a:lnSpc>
              <a:spcBef>
                <a:spcPts val="400"/>
              </a:spcBef>
              <a:spcAft>
                <a:spcPts val="0"/>
              </a:spcAft>
              <a:buClr>
                <a:schemeClr val="accent1"/>
              </a:buClr>
              <a:buSzPts val="1500"/>
              <a:buFont typeface="Noto Sans Symbols"/>
              <a:buChar char="●"/>
              <a:defRPr b="0" i="0" sz="2000" u="none" cap="none" strike="noStrike">
                <a:solidFill>
                  <a:schemeClr val="dk1"/>
                </a:solidFill>
                <a:latin typeface="Tahoma"/>
                <a:ea typeface="Tahoma"/>
                <a:cs typeface="Tahoma"/>
                <a:sym typeface="Tahoma"/>
              </a:defRPr>
            </a:lvl5pPr>
            <a:lvl6pPr indent="-323850" lvl="5" marL="2743200" marR="0" rtl="0" algn="l">
              <a:lnSpc>
                <a:spcPct val="100000"/>
              </a:lnSpc>
              <a:spcBef>
                <a:spcPts val="400"/>
              </a:spcBef>
              <a:spcAft>
                <a:spcPts val="0"/>
              </a:spcAft>
              <a:buClr>
                <a:schemeClr val="accent1"/>
              </a:buClr>
              <a:buSzPts val="1500"/>
              <a:buFont typeface="Noto Sans Symbols"/>
              <a:buChar char="●"/>
              <a:defRPr b="0" i="0" sz="2000" u="none" cap="none" strike="noStrike">
                <a:solidFill>
                  <a:schemeClr val="dk1"/>
                </a:solidFill>
                <a:latin typeface="Tahoma"/>
                <a:ea typeface="Tahoma"/>
                <a:cs typeface="Tahoma"/>
                <a:sym typeface="Tahoma"/>
              </a:defRPr>
            </a:lvl6pPr>
            <a:lvl7pPr indent="-323850" lvl="6" marL="3200400" marR="0" rtl="0" algn="l">
              <a:lnSpc>
                <a:spcPct val="100000"/>
              </a:lnSpc>
              <a:spcBef>
                <a:spcPts val="400"/>
              </a:spcBef>
              <a:spcAft>
                <a:spcPts val="0"/>
              </a:spcAft>
              <a:buClr>
                <a:schemeClr val="accent1"/>
              </a:buClr>
              <a:buSzPts val="1500"/>
              <a:buFont typeface="Noto Sans Symbols"/>
              <a:buChar char="●"/>
              <a:defRPr b="0" i="0" sz="2000" u="none" cap="none" strike="noStrike">
                <a:solidFill>
                  <a:schemeClr val="dk1"/>
                </a:solidFill>
                <a:latin typeface="Tahoma"/>
                <a:ea typeface="Tahoma"/>
                <a:cs typeface="Tahoma"/>
                <a:sym typeface="Tahoma"/>
              </a:defRPr>
            </a:lvl7pPr>
            <a:lvl8pPr indent="-323850" lvl="7" marL="3657600" marR="0" rtl="0" algn="l">
              <a:lnSpc>
                <a:spcPct val="100000"/>
              </a:lnSpc>
              <a:spcBef>
                <a:spcPts val="400"/>
              </a:spcBef>
              <a:spcAft>
                <a:spcPts val="0"/>
              </a:spcAft>
              <a:buClr>
                <a:schemeClr val="accent1"/>
              </a:buClr>
              <a:buSzPts val="1500"/>
              <a:buFont typeface="Noto Sans Symbols"/>
              <a:buChar char="●"/>
              <a:defRPr b="0" i="0" sz="2000" u="none" cap="none" strike="noStrike">
                <a:solidFill>
                  <a:schemeClr val="dk1"/>
                </a:solidFill>
                <a:latin typeface="Tahoma"/>
                <a:ea typeface="Tahoma"/>
                <a:cs typeface="Tahoma"/>
                <a:sym typeface="Tahoma"/>
              </a:defRPr>
            </a:lvl8pPr>
            <a:lvl9pPr indent="-323850" lvl="8" marL="4114800" marR="0" rtl="0" algn="l">
              <a:lnSpc>
                <a:spcPct val="100000"/>
              </a:lnSpc>
              <a:spcBef>
                <a:spcPts val="400"/>
              </a:spcBef>
              <a:spcAft>
                <a:spcPts val="0"/>
              </a:spcAft>
              <a:buClr>
                <a:schemeClr val="accent1"/>
              </a:buClr>
              <a:buSzPts val="15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12" name="Google Shape;12;p4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4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4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4" name="Shape 84"/>
        <p:cNvGrpSpPr/>
        <p:nvPr/>
      </p:nvGrpSpPr>
      <p:grpSpPr>
        <a:xfrm>
          <a:off x="0" y="0"/>
          <a:ext cx="0" cy="0"/>
          <a:chOff x="0" y="0"/>
          <a:chExt cx="0" cy="0"/>
        </a:xfrm>
      </p:grpSpPr>
      <p:sp>
        <p:nvSpPr>
          <p:cNvPr id="85" name="Google Shape;85;p51"/>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dk2"/>
              </a:buClr>
              <a:buSzPts val="4400"/>
              <a:buFont typeface="Tahoma"/>
              <a:buNone/>
              <a:defRPr b="0" i="0" sz="4400" u="none" cap="none" strike="noStrike">
                <a:solidFill>
                  <a:schemeClr val="dk2"/>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51"/>
          <p:cNvSpPr txBox="1"/>
          <p:nvPr>
            <p:ph idx="1" type="body"/>
          </p:nvPr>
        </p:nvSpPr>
        <p:spPr>
          <a:xfrm>
            <a:off x="762000" y="1773238"/>
            <a:ext cx="7696200" cy="4751387"/>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lvl1pPr indent="-381000" lvl="0" marL="457200" marR="0" rtl="0" algn="l">
              <a:lnSpc>
                <a:spcPct val="100000"/>
              </a:lnSpc>
              <a:spcBef>
                <a:spcPts val="640"/>
              </a:spcBef>
              <a:spcAft>
                <a:spcPts val="0"/>
              </a:spcAft>
              <a:buClr>
                <a:schemeClr val="accent1"/>
              </a:buClr>
              <a:buSzPts val="2400"/>
              <a:buFont typeface="Noto Sans Symbols"/>
              <a:buChar char="●"/>
              <a:defRPr b="0" i="0" sz="3200" u="none" cap="none" strike="noStrike">
                <a:solidFill>
                  <a:schemeClr val="dk1"/>
                </a:solidFill>
                <a:latin typeface="Tahoma"/>
                <a:ea typeface="Tahoma"/>
                <a:cs typeface="Tahoma"/>
                <a:sym typeface="Tahoma"/>
              </a:defRPr>
            </a:lvl1pPr>
            <a:lvl2pPr indent="-361950" lvl="1" marL="914400" marR="0" rtl="0" algn="l">
              <a:lnSpc>
                <a:spcPct val="100000"/>
              </a:lnSpc>
              <a:spcBef>
                <a:spcPts val="560"/>
              </a:spcBef>
              <a:spcAft>
                <a:spcPts val="0"/>
              </a:spcAft>
              <a:buClr>
                <a:schemeClr val="accent1"/>
              </a:buClr>
              <a:buSzPts val="2100"/>
              <a:buFont typeface="Noto Sans Symbols"/>
              <a:buChar char="●"/>
              <a:defRPr b="0" i="0" sz="2800" u="none" cap="none" strike="noStrike">
                <a:solidFill>
                  <a:schemeClr val="dk1"/>
                </a:solidFill>
                <a:latin typeface="Tahoma"/>
                <a:ea typeface="Tahoma"/>
                <a:cs typeface="Tahoma"/>
                <a:sym typeface="Tahoma"/>
              </a:defRPr>
            </a:lvl2pPr>
            <a:lvl3pPr indent="-342900" lvl="2" marL="1371600" marR="0" rtl="0" algn="l">
              <a:lnSpc>
                <a:spcPct val="100000"/>
              </a:lnSpc>
              <a:spcBef>
                <a:spcPts val="480"/>
              </a:spcBef>
              <a:spcAft>
                <a:spcPts val="0"/>
              </a:spcAft>
              <a:buClr>
                <a:schemeClr val="accent1"/>
              </a:buClr>
              <a:buSzPts val="1800"/>
              <a:buFont typeface="Noto Sans Symbols"/>
              <a:buChar char="●"/>
              <a:defRPr b="0" i="0" sz="2400" u="none" cap="none" strike="noStrike">
                <a:solidFill>
                  <a:schemeClr val="dk1"/>
                </a:solidFill>
                <a:latin typeface="Tahoma"/>
                <a:ea typeface="Tahoma"/>
                <a:cs typeface="Tahoma"/>
                <a:sym typeface="Tahoma"/>
              </a:defRPr>
            </a:lvl3pPr>
            <a:lvl4pPr indent="-323850" lvl="3" marL="1828800" marR="0" rtl="0" algn="l">
              <a:lnSpc>
                <a:spcPct val="100000"/>
              </a:lnSpc>
              <a:spcBef>
                <a:spcPts val="400"/>
              </a:spcBef>
              <a:spcAft>
                <a:spcPts val="0"/>
              </a:spcAft>
              <a:buClr>
                <a:schemeClr val="accent1"/>
              </a:buClr>
              <a:buSzPts val="1500"/>
              <a:buFont typeface="Noto Sans Symbols"/>
              <a:buChar char="●"/>
              <a:defRPr b="0" i="0" sz="2000" u="none" cap="none" strike="noStrike">
                <a:solidFill>
                  <a:schemeClr val="dk1"/>
                </a:solidFill>
                <a:latin typeface="Tahoma"/>
                <a:ea typeface="Tahoma"/>
                <a:cs typeface="Tahoma"/>
                <a:sym typeface="Tahoma"/>
              </a:defRPr>
            </a:lvl4pPr>
            <a:lvl5pPr indent="-323850" lvl="4" marL="2286000" marR="0" rtl="0" algn="l">
              <a:lnSpc>
                <a:spcPct val="100000"/>
              </a:lnSpc>
              <a:spcBef>
                <a:spcPts val="400"/>
              </a:spcBef>
              <a:spcAft>
                <a:spcPts val="0"/>
              </a:spcAft>
              <a:buClr>
                <a:schemeClr val="accent1"/>
              </a:buClr>
              <a:buSzPts val="1500"/>
              <a:buFont typeface="Noto Sans Symbols"/>
              <a:buChar char="●"/>
              <a:defRPr b="0" i="0" sz="2000" u="none" cap="none" strike="noStrike">
                <a:solidFill>
                  <a:schemeClr val="dk1"/>
                </a:solidFill>
                <a:latin typeface="Tahoma"/>
                <a:ea typeface="Tahoma"/>
                <a:cs typeface="Tahoma"/>
                <a:sym typeface="Tahoma"/>
              </a:defRPr>
            </a:lvl5pPr>
            <a:lvl6pPr indent="-323850" lvl="5" marL="2743200" marR="0" rtl="0" algn="l">
              <a:lnSpc>
                <a:spcPct val="100000"/>
              </a:lnSpc>
              <a:spcBef>
                <a:spcPts val="400"/>
              </a:spcBef>
              <a:spcAft>
                <a:spcPts val="0"/>
              </a:spcAft>
              <a:buClr>
                <a:schemeClr val="accent1"/>
              </a:buClr>
              <a:buSzPts val="1500"/>
              <a:buFont typeface="Noto Sans Symbols"/>
              <a:buChar char="●"/>
              <a:defRPr b="0" i="0" sz="2000" u="none" cap="none" strike="noStrike">
                <a:solidFill>
                  <a:schemeClr val="dk1"/>
                </a:solidFill>
                <a:latin typeface="Tahoma"/>
                <a:ea typeface="Tahoma"/>
                <a:cs typeface="Tahoma"/>
                <a:sym typeface="Tahoma"/>
              </a:defRPr>
            </a:lvl6pPr>
            <a:lvl7pPr indent="-323850" lvl="6" marL="3200400" marR="0" rtl="0" algn="l">
              <a:lnSpc>
                <a:spcPct val="100000"/>
              </a:lnSpc>
              <a:spcBef>
                <a:spcPts val="400"/>
              </a:spcBef>
              <a:spcAft>
                <a:spcPts val="0"/>
              </a:spcAft>
              <a:buClr>
                <a:schemeClr val="accent1"/>
              </a:buClr>
              <a:buSzPts val="1500"/>
              <a:buFont typeface="Noto Sans Symbols"/>
              <a:buChar char="●"/>
              <a:defRPr b="0" i="0" sz="2000" u="none" cap="none" strike="noStrike">
                <a:solidFill>
                  <a:schemeClr val="dk1"/>
                </a:solidFill>
                <a:latin typeface="Tahoma"/>
                <a:ea typeface="Tahoma"/>
                <a:cs typeface="Tahoma"/>
                <a:sym typeface="Tahoma"/>
              </a:defRPr>
            </a:lvl7pPr>
            <a:lvl8pPr indent="-323850" lvl="7" marL="3657600" marR="0" rtl="0" algn="l">
              <a:lnSpc>
                <a:spcPct val="100000"/>
              </a:lnSpc>
              <a:spcBef>
                <a:spcPts val="400"/>
              </a:spcBef>
              <a:spcAft>
                <a:spcPts val="0"/>
              </a:spcAft>
              <a:buClr>
                <a:schemeClr val="accent1"/>
              </a:buClr>
              <a:buSzPts val="1500"/>
              <a:buFont typeface="Noto Sans Symbols"/>
              <a:buChar char="●"/>
              <a:defRPr b="0" i="0" sz="2000" u="none" cap="none" strike="noStrike">
                <a:solidFill>
                  <a:schemeClr val="dk1"/>
                </a:solidFill>
                <a:latin typeface="Tahoma"/>
                <a:ea typeface="Tahoma"/>
                <a:cs typeface="Tahoma"/>
                <a:sym typeface="Tahoma"/>
              </a:defRPr>
            </a:lvl8pPr>
            <a:lvl9pPr indent="-323850" lvl="8" marL="4114800" marR="0" rtl="0" algn="l">
              <a:lnSpc>
                <a:spcPct val="100000"/>
              </a:lnSpc>
              <a:spcBef>
                <a:spcPts val="400"/>
              </a:spcBef>
              <a:spcAft>
                <a:spcPts val="0"/>
              </a:spcAft>
              <a:buClr>
                <a:schemeClr val="accent1"/>
              </a:buClr>
              <a:buSzPts val="15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87" name="Google Shape;87;p5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9pPr>
          </a:lstStyle>
          <a:p/>
        </p:txBody>
      </p:sp>
      <p:sp>
        <p:nvSpPr>
          <p:cNvPr id="88" name="Google Shape;88;p5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9pPr>
          </a:lstStyle>
          <a:p/>
        </p:txBody>
      </p:sp>
      <p:sp>
        <p:nvSpPr>
          <p:cNvPr id="89" name="Google Shape;89;p5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1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
          <p:cNvSpPr txBox="1"/>
          <p:nvPr>
            <p:ph type="ctrTitle"/>
          </p:nvPr>
        </p:nvSpPr>
        <p:spPr>
          <a:xfrm>
            <a:off x="304800" y="5229225"/>
            <a:ext cx="7723188" cy="762000"/>
          </a:xfrm>
          <a:prstGeom prst="rect">
            <a:avLst/>
          </a:prstGeom>
          <a:noFill/>
          <a:ln>
            <a:noFill/>
          </a:ln>
          <a:effectLst>
            <a:outerShdw rotWithShape="0" algn="ctr" dir="2699999" dist="35921">
              <a:schemeClr val="lt1"/>
            </a:outerShdw>
          </a:effectLst>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lang="en-IN">
                <a:latin typeface="Tahoma"/>
                <a:ea typeface="Tahoma"/>
                <a:cs typeface="Tahoma"/>
                <a:sym typeface="Tahoma"/>
              </a:rPr>
              <a:t>GIT</a:t>
            </a:r>
            <a:endParaRPr>
              <a:latin typeface="Tahoma"/>
              <a:ea typeface="Tahoma"/>
              <a:cs typeface="Tahoma"/>
              <a:sym typeface="Tahoma"/>
            </a:endParaRPr>
          </a:p>
        </p:txBody>
      </p:sp>
      <p:sp>
        <p:nvSpPr>
          <p:cNvPr id="164" name="Google Shape;164;p1"/>
          <p:cNvSpPr txBox="1"/>
          <p:nvPr>
            <p:ph idx="1" type="subTitle"/>
          </p:nvPr>
        </p:nvSpPr>
        <p:spPr>
          <a:xfrm>
            <a:off x="304800" y="6021388"/>
            <a:ext cx="7723188" cy="792162"/>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400"/>
              <a:buNone/>
            </a:pPr>
            <a:r>
              <a:t/>
            </a:r>
            <a:endParaRPr>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170" name="Google Shape;170;p2"/>
          <p:cNvSpPr txBox="1"/>
          <p:nvPr>
            <p:ph idx="1" type="body"/>
          </p:nvPr>
        </p:nvSpPr>
        <p:spPr>
          <a:xfrm>
            <a:off x="385445" y="1773555"/>
            <a:ext cx="828040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Git is a version control system (VCS).</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It helps manage your software project files.</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It keeps a history of events that happen with the files.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176" name="Google Shape;176;p3"/>
          <p:cNvSpPr txBox="1"/>
          <p:nvPr>
            <p:ph idx="1" type="body"/>
          </p:nvPr>
        </p:nvSpPr>
        <p:spPr>
          <a:xfrm>
            <a:off x="385445" y="1773555"/>
            <a:ext cx="828040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As a developer you always want to modify and improve your code.</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Thus once a functionality is developed, you experiment with that code to make it better.</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However in case of problems you want to revert back to earlier working code.</a:t>
            </a:r>
            <a:endParaRPr/>
          </a:p>
          <a:p>
            <a:pPr indent="-190500" lvl="0" marL="342900" rtl="0" algn="l">
              <a:lnSpc>
                <a:spcPct val="100000"/>
              </a:lnSpc>
              <a:spcBef>
                <a:spcPts val="640"/>
              </a:spcBef>
              <a:spcAft>
                <a:spcPts val="0"/>
              </a:spcAft>
              <a:buSzPts val="2400"/>
              <a:buNone/>
            </a:pPr>
            <a:r>
              <a:t/>
            </a:r>
            <a:endParaRPr/>
          </a:p>
          <a:p>
            <a:pPr indent="-190500" lvl="0" marL="342900" rtl="0" algn="l">
              <a:lnSpc>
                <a:spcPct val="100000"/>
              </a:lnSpc>
              <a:spcBef>
                <a:spcPts val="640"/>
              </a:spcBef>
              <a:spcAft>
                <a:spcPts val="0"/>
              </a:spcAft>
              <a:buSzPts val="2400"/>
              <a:buNone/>
            </a:pPr>
            <a:r>
              <a:t/>
            </a:r>
            <a:endParaRPr/>
          </a:p>
          <a:p>
            <a:pPr indent="-190500" lvl="0" marL="342900" rtl="0" algn="l">
              <a:lnSpc>
                <a:spcPct val="100000"/>
              </a:lnSpc>
              <a:spcBef>
                <a:spcPts val="640"/>
              </a:spcBef>
              <a:spcAft>
                <a:spcPts val="0"/>
              </a:spcAft>
              <a:buSzPts val="2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4"/>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182" name="Google Shape;182;p4"/>
          <p:cNvSpPr txBox="1"/>
          <p:nvPr>
            <p:ph idx="1" type="body"/>
          </p:nvPr>
        </p:nvSpPr>
        <p:spPr>
          <a:xfrm>
            <a:off x="385445" y="1773555"/>
            <a:ext cx="828040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The version control system helps you achieve this.</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It keeps the files as old versions when they are modified.</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Thus at any moment you can roll back to earlier files.</a:t>
            </a:r>
            <a:endParaRPr/>
          </a:p>
          <a:p>
            <a:pPr indent="-190500" lvl="0" marL="342900" rtl="0" algn="l">
              <a:lnSpc>
                <a:spcPct val="100000"/>
              </a:lnSpc>
              <a:spcBef>
                <a:spcPts val="640"/>
              </a:spcBef>
              <a:spcAft>
                <a:spcPts val="0"/>
              </a:spcAft>
              <a:buSzPts val="2400"/>
              <a:buNone/>
            </a:pPr>
            <a:r>
              <a:t/>
            </a:r>
            <a:endParaRPr/>
          </a:p>
          <a:p>
            <a:pPr indent="-190500" lvl="0" marL="342900" rtl="0" algn="l">
              <a:lnSpc>
                <a:spcPct val="100000"/>
              </a:lnSpc>
              <a:spcBef>
                <a:spcPts val="640"/>
              </a:spcBef>
              <a:spcAft>
                <a:spcPts val="0"/>
              </a:spcAft>
              <a:buSzPts val="24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5"/>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188" name="Google Shape;188;p5"/>
          <p:cNvSpPr txBox="1"/>
          <p:nvPr>
            <p:ph idx="1" type="body"/>
          </p:nvPr>
        </p:nvSpPr>
        <p:spPr>
          <a:xfrm>
            <a:off x="385445" y="1696085"/>
            <a:ext cx="8280400" cy="482854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Another advantage of Git is that it allows multiple developers to collaborate and work on a single project.</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Also these multiple developers can work independently without affecting each others file.</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Later code can be merged.</a:t>
            </a:r>
            <a:endParaRPr/>
          </a:p>
          <a:p>
            <a:pPr indent="-190500" lvl="0" marL="342900" rtl="0" algn="l">
              <a:lnSpc>
                <a:spcPct val="100000"/>
              </a:lnSpc>
              <a:spcBef>
                <a:spcPts val="640"/>
              </a:spcBef>
              <a:spcAft>
                <a:spcPts val="0"/>
              </a:spcAft>
              <a:buSzPts val="24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6"/>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HUB</a:t>
            </a:r>
            <a:endParaRPr/>
          </a:p>
        </p:txBody>
      </p:sp>
      <p:sp>
        <p:nvSpPr>
          <p:cNvPr id="194" name="Google Shape;194;p6"/>
          <p:cNvSpPr txBox="1"/>
          <p:nvPr>
            <p:ph idx="1" type="body"/>
          </p:nvPr>
        </p:nvSpPr>
        <p:spPr>
          <a:xfrm>
            <a:off x="385445" y="1773555"/>
            <a:ext cx="828040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Git Hub is a web based version control system using Git.</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It is an open site for developers to share their code with other developers. </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It allows developers to contribute to each other's code.</a:t>
            </a:r>
            <a:endParaRPr/>
          </a:p>
          <a:p>
            <a:pPr indent="-190500" lvl="0" marL="342900" rtl="0" algn="l">
              <a:lnSpc>
                <a:spcPct val="100000"/>
              </a:lnSpc>
              <a:spcBef>
                <a:spcPts val="640"/>
              </a:spcBef>
              <a:spcAft>
                <a:spcPts val="0"/>
              </a:spcAft>
              <a:buSzPts val="2400"/>
              <a:buNone/>
            </a:pPr>
            <a:r>
              <a:t/>
            </a:r>
            <a:endParaRPr/>
          </a:p>
          <a:p>
            <a:pPr indent="-190500" lvl="0" marL="342900" rtl="0" algn="l">
              <a:lnSpc>
                <a:spcPct val="100000"/>
              </a:lnSpc>
              <a:spcBef>
                <a:spcPts val="640"/>
              </a:spcBef>
              <a:spcAft>
                <a:spcPts val="0"/>
              </a:spcAft>
              <a:buSzPts val="2400"/>
              <a:buNone/>
            </a:pPr>
            <a:r>
              <a:t/>
            </a:r>
            <a:endParaRPr/>
          </a:p>
          <a:p>
            <a:pPr indent="-190500" lvl="0" marL="342900" rtl="0" algn="l">
              <a:lnSpc>
                <a:spcPct val="100000"/>
              </a:lnSpc>
              <a:spcBef>
                <a:spcPts val="640"/>
              </a:spcBef>
              <a:spcAft>
                <a:spcPts val="0"/>
              </a:spcAft>
              <a:buSzPts val="24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7"/>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HUB</a:t>
            </a:r>
            <a:endParaRPr/>
          </a:p>
        </p:txBody>
      </p:sp>
      <p:sp>
        <p:nvSpPr>
          <p:cNvPr id="200" name="Google Shape;200;p7"/>
          <p:cNvSpPr txBox="1"/>
          <p:nvPr>
            <p:ph idx="1" type="body"/>
          </p:nvPr>
        </p:nvSpPr>
        <p:spPr>
          <a:xfrm>
            <a:off x="385445" y="1773555"/>
            <a:ext cx="828040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Git Hub provides developers with a platform to discuss issues they face during development.</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The developers from all over world can suggest solutions to such problems.</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This is most helpful for open source projects.</a:t>
            </a:r>
            <a:endParaRPr/>
          </a:p>
          <a:p>
            <a:pPr indent="-190500" lvl="0" marL="342900" rtl="0" algn="l">
              <a:lnSpc>
                <a:spcPct val="100000"/>
              </a:lnSpc>
              <a:spcBef>
                <a:spcPts val="640"/>
              </a:spcBef>
              <a:spcAft>
                <a:spcPts val="0"/>
              </a:spcAft>
              <a:buSzPts val="2400"/>
              <a:buNone/>
            </a:pPr>
            <a:r>
              <a:t/>
            </a:r>
            <a:endParaRPr/>
          </a:p>
          <a:p>
            <a:pPr indent="-190500" lvl="0" marL="342900" rtl="0" algn="l">
              <a:lnSpc>
                <a:spcPct val="100000"/>
              </a:lnSpc>
              <a:spcBef>
                <a:spcPts val="640"/>
              </a:spcBef>
              <a:spcAft>
                <a:spcPts val="0"/>
              </a:spcAft>
              <a:buSzPts val="24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8"/>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206" name="Google Shape;206;p8"/>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CVS, Subversion, Perforce, Bazaar are some of the other version control systems.</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Most these systems store information as a list of file-based changes. </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These systems think of the information they keep as a set of files and the changes made to each file over time</a:t>
            </a:r>
            <a:endParaRPr/>
          </a:p>
          <a:p>
            <a:pPr indent="-190500" lvl="0" marL="342900" rtl="0" algn="l">
              <a:lnSpc>
                <a:spcPct val="100000"/>
              </a:lnSpc>
              <a:spcBef>
                <a:spcPts val="640"/>
              </a:spcBef>
              <a:spcAft>
                <a:spcPts val="0"/>
              </a:spcAft>
              <a:buSzPts val="24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9"/>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212" name="Google Shape;212;p9"/>
          <p:cNvSpPr txBox="1"/>
          <p:nvPr>
            <p:ph idx="1" type="body"/>
          </p:nvPr>
        </p:nvSpPr>
        <p:spPr>
          <a:xfrm>
            <a:off x="762000" y="1773238"/>
            <a:ext cx="3771138" cy="4751387"/>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The VCS systems</a:t>
            </a:r>
            <a:endParaRPr/>
          </a:p>
          <a:p>
            <a:pPr indent="-190500" lvl="0" marL="342900" rtl="0" algn="l">
              <a:lnSpc>
                <a:spcPct val="100000"/>
              </a:lnSpc>
              <a:spcBef>
                <a:spcPts val="640"/>
              </a:spcBef>
              <a:spcAft>
                <a:spcPts val="0"/>
              </a:spcAft>
              <a:buSzPts val="2400"/>
              <a:buNone/>
            </a:pPr>
            <a:r>
              <a:t/>
            </a:r>
            <a:endParaRPr/>
          </a:p>
        </p:txBody>
      </p:sp>
      <p:pic>
        <p:nvPicPr>
          <p:cNvPr descr="18333fig0104-tn" id="213" name="Google Shape;213;p9"/>
          <p:cNvPicPr preferRelativeResize="0"/>
          <p:nvPr>
            <p:ph idx="2" type="body"/>
          </p:nvPr>
        </p:nvPicPr>
        <p:blipFill rotWithShape="1">
          <a:blip r:embed="rId3">
            <a:alphaModFix/>
          </a:blip>
          <a:srcRect b="0" l="0" r="0" t="0"/>
          <a:stretch/>
        </p:blipFill>
        <p:spPr>
          <a:xfrm>
            <a:off x="762000" y="2905125"/>
            <a:ext cx="7696200" cy="3619500"/>
          </a:xfrm>
          <a:prstGeom prst="rect">
            <a:avLst/>
          </a:prstGeom>
          <a:noFill/>
          <a:ln>
            <a:noFill/>
          </a:ln>
          <a:effectLst>
            <a:outerShdw rotWithShape="0" algn="ctr" dir="2699999" dist="35921">
              <a:schemeClr val="lt1"/>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0"/>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219" name="Google Shape;219;p10"/>
          <p:cNvSpPr txBox="1"/>
          <p:nvPr>
            <p:ph idx="1" type="body"/>
          </p:nvPr>
        </p:nvSpPr>
        <p:spPr>
          <a:xfrm>
            <a:off x="191135" y="1670050"/>
            <a:ext cx="8772525" cy="4854575"/>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Git doesn’t think of or store its data this way. </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Instead, Git thinks of its data more like a set of snapshots of a mini filesystem. </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Every time you commit, or save the state of your project in Git, it basically takes a picture of what all your files look like at that moment.</a:t>
            </a:r>
            <a:endParaRPr/>
          </a:p>
          <a:p>
            <a:pPr indent="-190500" lvl="0" marL="342900" rtl="0" algn="l">
              <a:lnSpc>
                <a:spcPct val="100000"/>
              </a:lnSpc>
              <a:spcBef>
                <a:spcPts val="640"/>
              </a:spcBef>
              <a:spcAft>
                <a:spcPts val="0"/>
              </a:spcAft>
              <a:buSzPts val="2400"/>
              <a:buNone/>
            </a:pPr>
            <a:r>
              <a:t/>
            </a:r>
            <a:endParaRPr/>
          </a:p>
          <a:p>
            <a:pPr indent="-190500" lvl="0" marL="342900" rtl="0" algn="l">
              <a:lnSpc>
                <a:spcPct val="100000"/>
              </a:lnSpc>
              <a:spcBef>
                <a:spcPts val="640"/>
              </a:spcBef>
              <a:spcAft>
                <a:spcPts val="0"/>
              </a:spcAft>
              <a:buSzPts val="24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1"/>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225" name="Google Shape;225;p11"/>
          <p:cNvSpPr txBox="1"/>
          <p:nvPr>
            <p:ph idx="1" type="body"/>
          </p:nvPr>
        </p:nvSpPr>
        <p:spPr>
          <a:xfrm>
            <a:off x="385445" y="1773555"/>
            <a:ext cx="8578215"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190500" lvl="0" marL="342900" rtl="0" algn="l">
              <a:lnSpc>
                <a:spcPct val="100000"/>
              </a:lnSpc>
              <a:spcBef>
                <a:spcPts val="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Git then stores a reference to that snapshot.</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To be efficient, if files have not changed, Git doesn’t store the file again—just a link to the previous identical file it has already stored. </a:t>
            </a:r>
            <a:endParaRPr/>
          </a:p>
          <a:p>
            <a:pPr indent="-190500" lvl="0" marL="342900" rtl="0" algn="l">
              <a:lnSpc>
                <a:spcPct val="100000"/>
              </a:lnSpc>
              <a:spcBef>
                <a:spcPts val="640"/>
              </a:spcBef>
              <a:spcAft>
                <a:spcPts val="0"/>
              </a:spcAft>
              <a:buSzPts val="24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2"/>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231" name="Google Shape;231;p12"/>
          <p:cNvSpPr txBox="1"/>
          <p:nvPr>
            <p:ph idx="1" type="body"/>
          </p:nvPr>
        </p:nvSpPr>
        <p:spPr>
          <a:xfrm>
            <a:off x="762000" y="1773555"/>
            <a:ext cx="781050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The git way of storing data</a:t>
            </a:r>
            <a:endParaRPr/>
          </a:p>
          <a:p>
            <a:pPr indent="-190500" lvl="0" marL="342900" rtl="0" algn="l">
              <a:lnSpc>
                <a:spcPct val="100000"/>
              </a:lnSpc>
              <a:spcBef>
                <a:spcPts val="640"/>
              </a:spcBef>
              <a:spcAft>
                <a:spcPts val="0"/>
              </a:spcAft>
              <a:buSzPts val="2400"/>
              <a:buNone/>
            </a:pPr>
            <a:r>
              <a:t/>
            </a:r>
            <a:endParaRPr/>
          </a:p>
        </p:txBody>
      </p:sp>
      <p:pic>
        <p:nvPicPr>
          <p:cNvPr descr="18333fig0105-tn" id="232" name="Google Shape;232;p12"/>
          <p:cNvPicPr preferRelativeResize="0"/>
          <p:nvPr>
            <p:ph idx="2" type="body"/>
          </p:nvPr>
        </p:nvPicPr>
        <p:blipFill rotWithShape="1">
          <a:blip r:embed="rId3">
            <a:alphaModFix/>
          </a:blip>
          <a:srcRect b="0" l="0" r="0" t="0"/>
          <a:stretch/>
        </p:blipFill>
        <p:spPr>
          <a:xfrm>
            <a:off x="761365" y="2779395"/>
            <a:ext cx="7579360" cy="3621405"/>
          </a:xfrm>
          <a:prstGeom prst="rect">
            <a:avLst/>
          </a:prstGeom>
          <a:noFill/>
          <a:ln>
            <a:noFill/>
          </a:ln>
          <a:effectLst>
            <a:outerShdw rotWithShape="0" algn="ctr" dir="2699999" dist="35921">
              <a:schemeClr val="lt1"/>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3"/>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238" name="Google Shape;238;p13"/>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This makes Git more like a mini filesystem with some incredibly powerful tools built on top of it, rather than simply a VCS. </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Most operations in Git only need local files and resources to operate — generally no information is needed from another computer on your network.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4"/>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244" name="Google Shape;244;p14"/>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With Git you have the entire history of the project right there on your local disk, most operations seem almost instantaneous.</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For example, to browse the history of the project, Git doesn’t need to go out to the server to get the history and display it for you—it simply reads it directly from your local database.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5"/>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250" name="Google Shape;250;p15"/>
          <p:cNvSpPr txBox="1"/>
          <p:nvPr>
            <p:ph idx="1" type="body"/>
          </p:nvPr>
        </p:nvSpPr>
        <p:spPr>
          <a:xfrm>
            <a:off x="255270" y="1670685"/>
            <a:ext cx="8708390" cy="499618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50"/>
              <a:buChar char="●"/>
            </a:pPr>
            <a:r>
              <a:rPr lang="en-IN" sz="3000"/>
              <a:t>Thus Git allows you to work offline for most of the operations.</a:t>
            </a:r>
            <a:endParaRPr sz="3000"/>
          </a:p>
          <a:p>
            <a:pPr indent="-200025" lvl="0" marL="342900" rtl="0" algn="l">
              <a:lnSpc>
                <a:spcPct val="100000"/>
              </a:lnSpc>
              <a:spcBef>
                <a:spcPts val="600"/>
              </a:spcBef>
              <a:spcAft>
                <a:spcPts val="0"/>
              </a:spcAft>
              <a:buSzPts val="2250"/>
              <a:buNone/>
            </a:pPr>
            <a:r>
              <a:t/>
            </a:r>
            <a:endParaRPr sz="3000"/>
          </a:p>
          <a:p>
            <a:pPr indent="-342900" lvl="0" marL="342900" rtl="0" algn="l">
              <a:lnSpc>
                <a:spcPct val="100000"/>
              </a:lnSpc>
              <a:spcBef>
                <a:spcPts val="600"/>
              </a:spcBef>
              <a:spcAft>
                <a:spcPts val="0"/>
              </a:spcAft>
              <a:buSzPts val="2250"/>
              <a:buChar char="●"/>
            </a:pPr>
            <a:r>
              <a:rPr lang="en-IN" sz="3000"/>
              <a:t>Everything in Git is check-summed before it is stored and is then referred to by that checksum. </a:t>
            </a:r>
            <a:endParaRPr sz="3000"/>
          </a:p>
          <a:p>
            <a:pPr indent="-200025" lvl="0" marL="342900" rtl="0" algn="l">
              <a:lnSpc>
                <a:spcPct val="100000"/>
              </a:lnSpc>
              <a:spcBef>
                <a:spcPts val="600"/>
              </a:spcBef>
              <a:spcAft>
                <a:spcPts val="0"/>
              </a:spcAft>
              <a:buSzPts val="2250"/>
              <a:buNone/>
            </a:pPr>
            <a:r>
              <a:t/>
            </a:r>
            <a:endParaRPr sz="3000"/>
          </a:p>
          <a:p>
            <a:pPr indent="-342900" lvl="0" marL="342900" rtl="0" algn="l">
              <a:lnSpc>
                <a:spcPct val="100000"/>
              </a:lnSpc>
              <a:spcBef>
                <a:spcPts val="600"/>
              </a:spcBef>
              <a:spcAft>
                <a:spcPts val="0"/>
              </a:spcAft>
              <a:buSzPts val="2250"/>
              <a:buChar char="●"/>
            </a:pPr>
            <a:r>
              <a:rPr lang="en-IN" sz="3000"/>
              <a:t>This means it’s impossible to change the contents of any file or directory without Git knowing about it. </a:t>
            </a:r>
            <a:endParaRPr sz="3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6"/>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256" name="Google Shape;256;p16"/>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325"/>
              <a:buChar char="●"/>
            </a:pPr>
            <a:r>
              <a:rPr lang="en-IN" sz="3100"/>
              <a:t>This functionality is built into Git at the lowest levels and is integral to its philosophy. </a:t>
            </a:r>
            <a:endParaRPr sz="3100"/>
          </a:p>
          <a:p>
            <a:pPr indent="-195262" lvl="0" marL="342900" rtl="0" algn="l">
              <a:lnSpc>
                <a:spcPct val="100000"/>
              </a:lnSpc>
              <a:spcBef>
                <a:spcPts val="620"/>
              </a:spcBef>
              <a:spcAft>
                <a:spcPts val="0"/>
              </a:spcAft>
              <a:buSzPts val="2325"/>
              <a:buNone/>
            </a:pPr>
            <a:r>
              <a:t/>
            </a:r>
            <a:endParaRPr sz="3100"/>
          </a:p>
          <a:p>
            <a:pPr indent="-342900" lvl="0" marL="342900" rtl="0" algn="l">
              <a:lnSpc>
                <a:spcPct val="100000"/>
              </a:lnSpc>
              <a:spcBef>
                <a:spcPts val="620"/>
              </a:spcBef>
              <a:spcAft>
                <a:spcPts val="0"/>
              </a:spcAft>
              <a:buSzPts val="2325"/>
              <a:buChar char="●"/>
            </a:pPr>
            <a:r>
              <a:rPr lang="en-IN" sz="3100"/>
              <a:t>You can’t lose information in transit or get file corruption without Git being able to detect it.</a:t>
            </a:r>
            <a:endParaRPr sz="3100"/>
          </a:p>
          <a:p>
            <a:pPr indent="-195262" lvl="0" marL="342900" rtl="0" algn="l">
              <a:lnSpc>
                <a:spcPct val="100000"/>
              </a:lnSpc>
              <a:spcBef>
                <a:spcPts val="620"/>
              </a:spcBef>
              <a:spcAft>
                <a:spcPts val="0"/>
              </a:spcAft>
              <a:buSzPts val="2325"/>
              <a:buNone/>
            </a:pPr>
            <a:r>
              <a:t/>
            </a:r>
            <a:endParaRPr sz="3100"/>
          </a:p>
          <a:p>
            <a:pPr indent="-342900" lvl="0" marL="342900" rtl="0" algn="l">
              <a:lnSpc>
                <a:spcPct val="100000"/>
              </a:lnSpc>
              <a:spcBef>
                <a:spcPts val="620"/>
              </a:spcBef>
              <a:spcAft>
                <a:spcPts val="0"/>
              </a:spcAft>
              <a:buSzPts val="2325"/>
              <a:buChar char="●"/>
            </a:pPr>
            <a:r>
              <a:rPr lang="en-IN" sz="3100"/>
              <a:t>The mechanism that Git uses for this checksumming is called a SHA-1 hash. </a:t>
            </a:r>
            <a:endParaRPr sz="3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7"/>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262" name="Google Shape;262;p17"/>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50"/>
              <a:buChar char="●"/>
            </a:pPr>
            <a:r>
              <a:rPr lang="en-IN" sz="3000"/>
              <a:t>This is a 40-character string composed of hexadecimal characters (0–9 and a–f) and calculated based on the contents of a file or directory structure in Git.</a:t>
            </a:r>
            <a:endParaRPr sz="3000"/>
          </a:p>
          <a:p>
            <a:pPr indent="-200025" lvl="0" marL="342900" rtl="0" algn="l">
              <a:lnSpc>
                <a:spcPct val="100000"/>
              </a:lnSpc>
              <a:spcBef>
                <a:spcPts val="600"/>
              </a:spcBef>
              <a:spcAft>
                <a:spcPts val="0"/>
              </a:spcAft>
              <a:buSzPts val="2250"/>
              <a:buNone/>
            </a:pPr>
            <a:r>
              <a:t/>
            </a:r>
            <a:endParaRPr sz="3000"/>
          </a:p>
          <a:p>
            <a:pPr indent="-342900" lvl="0" marL="342900" rtl="0" algn="l">
              <a:lnSpc>
                <a:spcPct val="100000"/>
              </a:lnSpc>
              <a:spcBef>
                <a:spcPts val="600"/>
              </a:spcBef>
              <a:spcAft>
                <a:spcPts val="0"/>
              </a:spcAft>
              <a:buSzPts val="2250"/>
              <a:buChar char="●"/>
            </a:pPr>
            <a:r>
              <a:rPr lang="en-IN" sz="3000"/>
              <a:t>Git has three main states that your files can reside in: committed, modified, and staged.</a:t>
            </a:r>
            <a:endParaRPr sz="3000"/>
          </a:p>
          <a:p>
            <a:pPr indent="-200025" lvl="0" marL="342900" rtl="0" algn="l">
              <a:lnSpc>
                <a:spcPct val="100000"/>
              </a:lnSpc>
              <a:spcBef>
                <a:spcPts val="600"/>
              </a:spcBef>
              <a:spcAft>
                <a:spcPts val="0"/>
              </a:spcAft>
              <a:buSzPts val="2250"/>
              <a:buNone/>
            </a:pPr>
            <a:r>
              <a:t/>
            </a:r>
            <a:endParaRPr sz="3000"/>
          </a:p>
          <a:p>
            <a:pPr indent="-342900" lvl="0" marL="342900" rtl="0" algn="l">
              <a:lnSpc>
                <a:spcPct val="100000"/>
              </a:lnSpc>
              <a:spcBef>
                <a:spcPts val="600"/>
              </a:spcBef>
              <a:spcAft>
                <a:spcPts val="0"/>
              </a:spcAft>
              <a:buSzPts val="2250"/>
              <a:buChar char="●"/>
            </a:pPr>
            <a:r>
              <a:rPr lang="en-IN" sz="3000"/>
              <a:t> </a:t>
            </a:r>
            <a:r>
              <a:rPr b="1" lang="en-IN" sz="3000"/>
              <a:t>Committed</a:t>
            </a:r>
            <a:r>
              <a:rPr lang="en-IN" sz="3000"/>
              <a:t> means that the data is safely stored in your local database. </a:t>
            </a:r>
            <a:endParaRPr sz="3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8"/>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268" name="Google Shape;268;p18"/>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190500" lvl="0" marL="342900" rtl="0" algn="l">
              <a:lnSpc>
                <a:spcPct val="100000"/>
              </a:lnSpc>
              <a:spcBef>
                <a:spcPts val="0"/>
              </a:spcBef>
              <a:spcAft>
                <a:spcPts val="0"/>
              </a:spcAft>
              <a:buSzPts val="2400"/>
              <a:buNone/>
            </a:pPr>
            <a:r>
              <a:t/>
            </a:r>
            <a:endParaRPr/>
          </a:p>
          <a:p>
            <a:pPr indent="-342900" lvl="0" marL="342900" rtl="0" algn="l">
              <a:lnSpc>
                <a:spcPct val="100000"/>
              </a:lnSpc>
              <a:spcBef>
                <a:spcPts val="640"/>
              </a:spcBef>
              <a:spcAft>
                <a:spcPts val="0"/>
              </a:spcAft>
              <a:buSzPts val="2400"/>
              <a:buChar char="●"/>
            </a:pPr>
            <a:r>
              <a:rPr b="1" lang="en-IN"/>
              <a:t>Modified</a:t>
            </a:r>
            <a:r>
              <a:rPr lang="en-IN"/>
              <a:t> means that you have changed the file but have not committed it to your database yet. </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b="1" lang="en-IN"/>
              <a:t>Staged</a:t>
            </a:r>
            <a:r>
              <a:rPr lang="en-IN"/>
              <a:t> means that you have marked a modified file in its current version to go into your next commit snapshot.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9"/>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274" name="Google Shape;274;p19"/>
          <p:cNvSpPr txBox="1"/>
          <p:nvPr>
            <p:ph idx="1" type="body"/>
          </p:nvPr>
        </p:nvSpPr>
        <p:spPr>
          <a:xfrm>
            <a:off x="386080" y="1773555"/>
            <a:ext cx="3757295"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This leads us to the three main sections of a Git project: the Git directory, the working directory, and the staging area.</a:t>
            </a:r>
            <a:endParaRPr/>
          </a:p>
        </p:txBody>
      </p:sp>
      <p:pic>
        <p:nvPicPr>
          <p:cNvPr descr="18333fig0106-tn" id="275" name="Google Shape;275;p19"/>
          <p:cNvPicPr preferRelativeResize="0"/>
          <p:nvPr>
            <p:ph idx="2" type="body"/>
          </p:nvPr>
        </p:nvPicPr>
        <p:blipFill rotWithShape="1">
          <a:blip r:embed="rId3">
            <a:alphaModFix/>
          </a:blip>
          <a:srcRect b="0" l="0" r="0" t="0"/>
          <a:stretch/>
        </p:blipFill>
        <p:spPr>
          <a:xfrm>
            <a:off x="4284980" y="1998345"/>
            <a:ext cx="4290060" cy="4526280"/>
          </a:xfrm>
          <a:prstGeom prst="rect">
            <a:avLst/>
          </a:prstGeom>
          <a:noFill/>
          <a:ln>
            <a:noFill/>
          </a:ln>
          <a:effectLst>
            <a:outerShdw rotWithShape="0" algn="ctr" dir="2699999" dist="35921">
              <a:schemeClr val="lt1"/>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0"/>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281" name="Google Shape;281;p20"/>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The Git directory is where Git stores the metadata and object database for your project. </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This is the most important part of Git, and it is what is copied when you clone a repository from another computer.</a:t>
            </a:r>
            <a:endParaRPr/>
          </a:p>
          <a:p>
            <a:pPr indent="-190500" lvl="0" marL="342900" rtl="0" algn="l">
              <a:lnSpc>
                <a:spcPct val="100000"/>
              </a:lnSpc>
              <a:spcBef>
                <a:spcPts val="640"/>
              </a:spcBef>
              <a:spcAft>
                <a:spcPts val="0"/>
              </a:spcAft>
              <a:buSzPts val="2400"/>
              <a:buNone/>
            </a:pPr>
            <a:r>
              <a:t/>
            </a:r>
            <a:endParaRPr/>
          </a:p>
          <a:p>
            <a:pPr indent="-190500" lvl="0" marL="342900" rtl="0" algn="l">
              <a:lnSpc>
                <a:spcPct val="100000"/>
              </a:lnSpc>
              <a:spcBef>
                <a:spcPts val="640"/>
              </a:spcBef>
              <a:spcAft>
                <a:spcPts val="0"/>
              </a:spcAft>
              <a:buSzPts val="2400"/>
              <a:buNone/>
            </a:pPr>
            <a:r>
              <a:t/>
            </a:r>
            <a:endParaRPr/>
          </a:p>
          <a:p>
            <a:pPr indent="-190500" lvl="0" marL="342900" rtl="0" algn="l">
              <a:lnSpc>
                <a:spcPct val="100000"/>
              </a:lnSpc>
              <a:spcBef>
                <a:spcPts val="640"/>
              </a:spcBef>
              <a:spcAft>
                <a:spcPts val="0"/>
              </a:spcAft>
              <a:buSzPts val="24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1"/>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287" name="Google Shape;287;p21"/>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The working directory is a single checkout of one version of the project. </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These files are pulled out of the compressed database in the Git directory and placed on disk for you to use or modify.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2"/>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293" name="Google Shape;293;p22"/>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The staging area is a simple file, generally contained in your Git directory, that stores information about what will go into your next commit. </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It’s sometimes referred to as the index, but it’s becoming standard to refer to it as the staging area.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3"/>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299" name="Google Shape;299;p23"/>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The basic Git workflow goes something like this:</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You modify files in your working directory.</a:t>
            </a:r>
            <a:endParaRPr/>
          </a:p>
          <a:p>
            <a:pPr indent="-342900" lvl="0" marL="342900" rtl="0" algn="l">
              <a:lnSpc>
                <a:spcPct val="100000"/>
              </a:lnSpc>
              <a:spcBef>
                <a:spcPts val="640"/>
              </a:spcBef>
              <a:spcAft>
                <a:spcPts val="0"/>
              </a:spcAft>
              <a:buSzPts val="2400"/>
              <a:buChar char="●"/>
            </a:pPr>
            <a:r>
              <a:rPr lang="en-IN"/>
              <a:t>You stage the files, adding snapshots of them to your staging area.</a:t>
            </a:r>
            <a:endParaRPr/>
          </a:p>
          <a:p>
            <a:pPr indent="-342900" lvl="0" marL="342900" rtl="0" algn="l">
              <a:lnSpc>
                <a:spcPct val="100000"/>
              </a:lnSpc>
              <a:spcBef>
                <a:spcPts val="640"/>
              </a:spcBef>
              <a:spcAft>
                <a:spcPts val="0"/>
              </a:spcAft>
              <a:buSzPts val="2400"/>
              <a:buChar char="●"/>
            </a:pPr>
            <a:r>
              <a:rPr lang="en-IN"/>
              <a:t>You do a commit, which takes the files as they are in the staging area and stores that snapshot permanently to your Git directory.</a:t>
            </a:r>
            <a:endParaRPr/>
          </a:p>
          <a:p>
            <a:pPr indent="-190500" lvl="0" marL="342900" rtl="0" algn="l">
              <a:lnSpc>
                <a:spcPct val="100000"/>
              </a:lnSpc>
              <a:spcBef>
                <a:spcPts val="640"/>
              </a:spcBef>
              <a:spcAft>
                <a:spcPts val="0"/>
              </a:spcAft>
              <a:buSzPts val="24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4"/>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305" name="Google Shape;305;p24"/>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If a particular version of a file is in the Git directory, it’s considered committed. </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If it’s modified but has been added to the staging area, it is staged. </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And if it was changed since it was checked out but has not been staged, it is modified.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5"/>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311" name="Google Shape;311;p25"/>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Forking a repository</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A fork is a copy of a repository that allows you to freely experiment with changes without affecting the original project.</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A forked repository differs from a clone in that a connection exists between your fork and the original repository itself.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6"/>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317" name="Google Shape;317;p26"/>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50"/>
              <a:buChar char="●"/>
            </a:pPr>
            <a:r>
              <a:rPr lang="en-IN" sz="3000"/>
              <a:t>In this way, your fork acts as a bridge between the original repository and your personal copy where you can contribute back to the original project using Pull Requests.</a:t>
            </a:r>
            <a:endParaRPr sz="3000"/>
          </a:p>
          <a:p>
            <a:pPr indent="-200025" lvl="0" marL="342900" rtl="0" algn="l">
              <a:lnSpc>
                <a:spcPct val="100000"/>
              </a:lnSpc>
              <a:spcBef>
                <a:spcPts val="600"/>
              </a:spcBef>
              <a:spcAft>
                <a:spcPts val="0"/>
              </a:spcAft>
              <a:buSzPts val="2250"/>
              <a:buNone/>
            </a:pPr>
            <a:r>
              <a:t/>
            </a:r>
            <a:endParaRPr sz="3000"/>
          </a:p>
          <a:p>
            <a:pPr indent="-342900" lvl="0" marL="342900" rtl="0" algn="l">
              <a:lnSpc>
                <a:spcPct val="100000"/>
              </a:lnSpc>
              <a:spcBef>
                <a:spcPts val="600"/>
              </a:spcBef>
              <a:spcAft>
                <a:spcPts val="0"/>
              </a:spcAft>
              <a:buSzPts val="2250"/>
              <a:buChar char="●"/>
            </a:pPr>
            <a:r>
              <a:rPr lang="en-IN" sz="3000"/>
              <a:t>Forking a project is as easy as clicking the Fork button in the header of a repository. Once the process is complete, you'll be taken right to your the forked copy of the project so you can start collaborating!</a:t>
            </a:r>
            <a:endParaRPr sz="3000"/>
          </a:p>
          <a:p>
            <a:pPr indent="-200025" lvl="0" marL="342900" rtl="0" algn="l">
              <a:lnSpc>
                <a:spcPct val="100000"/>
              </a:lnSpc>
              <a:spcBef>
                <a:spcPts val="600"/>
              </a:spcBef>
              <a:spcAft>
                <a:spcPts val="0"/>
              </a:spcAft>
              <a:buSzPts val="2250"/>
              <a:buNone/>
            </a:pPr>
            <a:r>
              <a:t/>
            </a:r>
            <a:endParaRPr sz="3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7"/>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323" name="Google Shape;323;p27"/>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Master</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The default development branch. </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Whenever you create a git repo, a branch named “master” is created which becomes the default active branch.</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8"/>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329" name="Google Shape;329;p28"/>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Cloning a repository</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When you create a new repository on GitHub, it exists as a remote location where your project is stored. </a:t>
            </a:r>
            <a:endParaRPr/>
          </a:p>
          <a:p>
            <a:pPr indent="-342900" lvl="0" marL="342900" rtl="0" algn="l">
              <a:lnSpc>
                <a:spcPct val="100000"/>
              </a:lnSpc>
              <a:spcBef>
                <a:spcPts val="640"/>
              </a:spcBef>
              <a:spcAft>
                <a:spcPts val="0"/>
              </a:spcAft>
              <a:buSzPts val="2400"/>
              <a:buChar char="●"/>
            </a:pPr>
            <a:r>
              <a:rPr lang="en-IN"/>
              <a:t>You can clone your repository to create a local copy on your computer so that you can sync between both the local and remote locations of the project.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9"/>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335" name="Google Shape;335;p29"/>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Unlike forking, you won't be able to pull down changes from the original repository you cloned from, and if the project is owned by someone else you won't be able to contribute back to it unless you are specifically invited as a collaborator. </a:t>
            </a:r>
            <a:endParaRPr/>
          </a:p>
          <a:p>
            <a:pPr indent="-342900" lvl="0" marL="342900" rtl="0" algn="l">
              <a:lnSpc>
                <a:spcPct val="100000"/>
              </a:lnSpc>
              <a:spcBef>
                <a:spcPts val="640"/>
              </a:spcBef>
              <a:spcAft>
                <a:spcPts val="0"/>
              </a:spcAft>
              <a:buSzPts val="2400"/>
              <a:buChar char="●"/>
            </a:pPr>
            <a:r>
              <a:rPr lang="en-IN"/>
              <a:t>Cloning is ideal for instances when you need a way to quickly get your own copy of a repository where you may not be contributing to the original project.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0"/>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341" name="Google Shape;341;p30"/>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Pull Request</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Pull requests let you tell others about changes you've pushed to a branch in a repository on GitHub. Once a pull request is opened, you can discuss and review the potential changes with collaborators and add follow-up commits before your changes are merged into the base branch.</a:t>
            </a:r>
            <a:endParaRPr/>
          </a:p>
          <a:p>
            <a:pPr indent="-190500" lvl="0" marL="342900" rtl="0" algn="l">
              <a:lnSpc>
                <a:spcPct val="100000"/>
              </a:lnSpc>
              <a:spcBef>
                <a:spcPts val="640"/>
              </a:spcBef>
              <a:spcAft>
                <a:spcPts val="0"/>
              </a:spcAft>
              <a:buSzPts val="24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1"/>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347" name="Google Shape;347;p31"/>
          <p:cNvSpPr txBox="1"/>
          <p:nvPr>
            <p:ph idx="1" type="body"/>
          </p:nvPr>
        </p:nvSpPr>
        <p:spPr>
          <a:xfrm>
            <a:off x="385445" y="1773555"/>
            <a:ext cx="817372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Installing Git on Windows </a:t>
            </a:r>
            <a:endParaRPr/>
          </a:p>
        </p:txBody>
      </p:sp>
      <p:graphicFrame>
        <p:nvGraphicFramePr>
          <p:cNvPr id="348" name="Google Shape;348;p31"/>
          <p:cNvGraphicFramePr/>
          <p:nvPr/>
        </p:nvGraphicFramePr>
        <p:xfrm>
          <a:off x="385445" y="2668905"/>
          <a:ext cx="7863205" cy="3855720"/>
        </p:xfrm>
        <a:graphic>
          <a:graphicData uri="http://schemas.openxmlformats.org/presentationml/2006/ole">
            <mc:AlternateContent>
              <mc:Choice Requires="v">
                <p:oleObj r:id="rId4" imgH="3855720" imgW="7863205" progId="Paint.Picture" spid="_x0000_s1">
                  <p:embed/>
                </p:oleObj>
              </mc:Choice>
              <mc:Fallback>
                <p:oleObj r:id="rId5" imgH="3855720" imgW="7863205" progId="Paint.Picture">
                  <p:embed/>
                  <p:pic>
                    <p:nvPicPr>
                      <p:cNvPr id="348" name="Google Shape;348;p31"/>
                      <p:cNvPicPr preferRelativeResize="0"/>
                      <p:nvPr/>
                    </p:nvPicPr>
                    <p:blipFill rotWithShape="1">
                      <a:blip r:embed="rId6">
                        <a:alphaModFix/>
                      </a:blip>
                      <a:srcRect b="0" l="0" r="0" t="0"/>
                      <a:stretch/>
                    </p:blipFill>
                    <p:spPr>
                      <a:xfrm>
                        <a:off x="385445" y="2668905"/>
                        <a:ext cx="7863205" cy="3855720"/>
                      </a:xfrm>
                      <a:prstGeom prst="rect">
                        <a:avLst/>
                      </a:prstGeom>
                      <a:noFill/>
                      <a:ln>
                        <a:noFill/>
                      </a:ln>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2"/>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354" name="Google Shape;354;p32"/>
          <p:cNvSpPr txBox="1"/>
          <p:nvPr>
            <p:ph idx="1" type="body"/>
          </p:nvPr>
        </p:nvSpPr>
        <p:spPr>
          <a:xfrm>
            <a:off x="411480" y="1773555"/>
            <a:ext cx="834263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Download the latest exe file for windows.</a:t>
            </a:r>
            <a:endParaRPr/>
          </a:p>
          <a:p>
            <a:pPr indent="-342900" lvl="0" marL="342900" rtl="0" algn="l">
              <a:lnSpc>
                <a:spcPct val="100000"/>
              </a:lnSpc>
              <a:spcBef>
                <a:spcPts val="640"/>
              </a:spcBef>
              <a:spcAft>
                <a:spcPts val="0"/>
              </a:spcAft>
              <a:buSzPts val="2400"/>
              <a:buChar char="●"/>
            </a:pPr>
            <a:r>
              <a:rPr lang="en-IN"/>
              <a:t>Double click to start installation.</a:t>
            </a:r>
            <a:endParaRPr/>
          </a:p>
          <a:p>
            <a:pPr indent="-190500" lvl="0" marL="342900" rtl="0" algn="l">
              <a:lnSpc>
                <a:spcPct val="100000"/>
              </a:lnSpc>
              <a:spcBef>
                <a:spcPts val="640"/>
              </a:spcBef>
              <a:spcAft>
                <a:spcPts val="0"/>
              </a:spcAft>
              <a:buSzPts val="2400"/>
              <a:buNone/>
            </a:pPr>
            <a:r>
              <a:t/>
            </a:r>
            <a:endParaRPr/>
          </a:p>
          <a:p>
            <a:pPr indent="-190500" lvl="0" marL="342900" rtl="0" algn="l">
              <a:lnSpc>
                <a:spcPct val="100000"/>
              </a:lnSpc>
              <a:spcBef>
                <a:spcPts val="640"/>
              </a:spcBef>
              <a:spcAft>
                <a:spcPts val="0"/>
              </a:spcAft>
              <a:buSzPts val="2400"/>
              <a:buNone/>
            </a:pPr>
            <a:r>
              <a:t/>
            </a:r>
            <a:endParaRPr/>
          </a:p>
        </p:txBody>
      </p:sp>
      <p:graphicFrame>
        <p:nvGraphicFramePr>
          <p:cNvPr id="355" name="Google Shape;355;p32"/>
          <p:cNvGraphicFramePr/>
          <p:nvPr/>
        </p:nvGraphicFramePr>
        <p:xfrm>
          <a:off x="1671955" y="3181985"/>
          <a:ext cx="5472430" cy="3342640"/>
        </p:xfrm>
        <a:graphic>
          <a:graphicData uri="http://schemas.openxmlformats.org/presentationml/2006/ole">
            <mc:AlternateContent>
              <mc:Choice Requires="v">
                <p:oleObj r:id="rId4" imgH="3342640" imgW="5472430" progId="Paint.Picture" spid="_x0000_s1">
                  <p:embed/>
                </p:oleObj>
              </mc:Choice>
              <mc:Fallback>
                <p:oleObj r:id="rId5" imgH="3342640" imgW="5472430" progId="Paint.Picture">
                  <p:embed/>
                  <p:pic>
                    <p:nvPicPr>
                      <p:cNvPr id="355" name="Google Shape;355;p32"/>
                      <p:cNvPicPr preferRelativeResize="0"/>
                      <p:nvPr/>
                    </p:nvPicPr>
                    <p:blipFill rotWithShape="1">
                      <a:blip r:embed="rId6">
                        <a:alphaModFix/>
                      </a:blip>
                      <a:srcRect b="0" l="0" r="0" t="0"/>
                      <a:stretch/>
                    </p:blipFill>
                    <p:spPr>
                      <a:xfrm>
                        <a:off x="1671955" y="3181985"/>
                        <a:ext cx="5472430" cy="3342640"/>
                      </a:xfrm>
                      <a:prstGeom prst="rect">
                        <a:avLst/>
                      </a:prstGeom>
                      <a:noFill/>
                      <a:ln>
                        <a:noFill/>
                      </a:ln>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3"/>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graphicFrame>
        <p:nvGraphicFramePr>
          <p:cNvPr id="361" name="Google Shape;361;p33"/>
          <p:cNvGraphicFramePr/>
          <p:nvPr/>
        </p:nvGraphicFramePr>
        <p:xfrm>
          <a:off x="762000" y="2305685"/>
          <a:ext cx="7696200" cy="4231005"/>
        </p:xfrm>
        <a:graphic>
          <a:graphicData uri="http://schemas.openxmlformats.org/presentationml/2006/ole">
            <mc:AlternateContent>
              <mc:Choice Requires="v">
                <p:oleObj r:id="rId4" imgH="4231005" imgW="7696200" progId="Paint.Picture" spid="_x0000_s1">
                  <p:embed/>
                </p:oleObj>
              </mc:Choice>
              <mc:Fallback>
                <p:oleObj r:id="rId5" imgH="4231005" imgW="7696200" progId="Paint.Picture">
                  <p:embed/>
                  <p:pic>
                    <p:nvPicPr>
                      <p:cNvPr id="361" name="Google Shape;361;p33"/>
                      <p:cNvPicPr preferRelativeResize="0"/>
                      <p:nvPr/>
                    </p:nvPicPr>
                    <p:blipFill rotWithShape="1">
                      <a:blip r:embed="rId6">
                        <a:alphaModFix/>
                      </a:blip>
                      <a:srcRect b="0" l="0" r="0" t="0"/>
                      <a:stretch/>
                    </p:blipFill>
                    <p:spPr>
                      <a:xfrm>
                        <a:off x="762000" y="2305685"/>
                        <a:ext cx="7696200" cy="4231005"/>
                      </a:xfrm>
                      <a:prstGeom prst="rect">
                        <a:avLst/>
                      </a:prstGeom>
                      <a:noFill/>
                      <a:ln>
                        <a:noFill/>
                      </a:ln>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4"/>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pic>
        <p:nvPicPr>
          <p:cNvPr id="367" name="Google Shape;367;p34"/>
          <p:cNvPicPr preferRelativeResize="0"/>
          <p:nvPr>
            <p:ph idx="1" type="body"/>
          </p:nvPr>
        </p:nvPicPr>
        <p:blipFill rotWithShape="1">
          <a:blip r:embed="rId3">
            <a:alphaModFix/>
          </a:blip>
          <a:srcRect b="0" l="0" r="0" t="0"/>
          <a:stretch/>
        </p:blipFill>
        <p:spPr>
          <a:xfrm>
            <a:off x="1115695" y="2305685"/>
            <a:ext cx="6661150" cy="4114800"/>
          </a:xfrm>
          <a:prstGeom prst="rect">
            <a:avLst/>
          </a:prstGeom>
          <a:noFill/>
          <a:ln>
            <a:noFill/>
          </a:ln>
          <a:effectLst>
            <a:outerShdw rotWithShape="0" algn="ctr" dir="2699999" dist="35921">
              <a:schemeClr val="lt1"/>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5"/>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pic>
        <p:nvPicPr>
          <p:cNvPr id="373" name="Google Shape;373;p35"/>
          <p:cNvPicPr preferRelativeResize="0"/>
          <p:nvPr>
            <p:ph idx="1" type="body"/>
          </p:nvPr>
        </p:nvPicPr>
        <p:blipFill rotWithShape="1">
          <a:blip r:embed="rId3">
            <a:alphaModFix/>
          </a:blip>
          <a:srcRect b="0" l="0" r="0" t="0"/>
          <a:stretch/>
        </p:blipFill>
        <p:spPr>
          <a:xfrm>
            <a:off x="762000" y="2111375"/>
            <a:ext cx="7145020" cy="4282440"/>
          </a:xfrm>
          <a:prstGeom prst="rect">
            <a:avLst/>
          </a:prstGeom>
          <a:noFill/>
          <a:ln>
            <a:noFill/>
          </a:ln>
          <a:effectLst>
            <a:outerShdw rotWithShape="0" algn="ctr" dir="2699999" dist="35921">
              <a:schemeClr val="lt1"/>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6"/>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pic>
        <p:nvPicPr>
          <p:cNvPr id="379" name="Google Shape;379;p36"/>
          <p:cNvPicPr preferRelativeResize="0"/>
          <p:nvPr>
            <p:ph idx="1" type="body"/>
          </p:nvPr>
        </p:nvPicPr>
        <p:blipFill rotWithShape="1">
          <a:blip r:embed="rId3">
            <a:alphaModFix/>
          </a:blip>
          <a:srcRect b="0" l="0" r="0" t="0"/>
          <a:stretch/>
        </p:blipFill>
        <p:spPr>
          <a:xfrm>
            <a:off x="1127760" y="2020570"/>
            <a:ext cx="6337300" cy="4373245"/>
          </a:xfrm>
          <a:prstGeom prst="rect">
            <a:avLst/>
          </a:prstGeom>
          <a:noFill/>
          <a:ln>
            <a:noFill/>
          </a:ln>
          <a:effectLst>
            <a:outerShdw rotWithShape="0" algn="ctr" dir="2699999" dist="35921">
              <a:schemeClr val="lt1"/>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7"/>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pic>
        <p:nvPicPr>
          <p:cNvPr id="385" name="Google Shape;385;p37"/>
          <p:cNvPicPr preferRelativeResize="0"/>
          <p:nvPr>
            <p:ph idx="1" type="body"/>
          </p:nvPr>
        </p:nvPicPr>
        <p:blipFill rotWithShape="1">
          <a:blip r:embed="rId3">
            <a:alphaModFix/>
          </a:blip>
          <a:srcRect b="0" l="0" r="0" t="0"/>
          <a:stretch/>
        </p:blipFill>
        <p:spPr>
          <a:xfrm>
            <a:off x="1076325" y="2305685"/>
            <a:ext cx="6842760" cy="4283710"/>
          </a:xfrm>
          <a:prstGeom prst="rect">
            <a:avLst/>
          </a:prstGeom>
          <a:noFill/>
          <a:ln>
            <a:noFill/>
          </a:ln>
          <a:effectLst>
            <a:outerShdw rotWithShape="0" algn="ctr" dir="2699999" dist="35921">
              <a:schemeClr val="lt1"/>
            </a:outerShdw>
          </a:effectLst>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8"/>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pic>
        <p:nvPicPr>
          <p:cNvPr id="391" name="Google Shape;391;p38"/>
          <p:cNvPicPr preferRelativeResize="0"/>
          <p:nvPr>
            <p:ph idx="1" type="body"/>
          </p:nvPr>
        </p:nvPicPr>
        <p:blipFill rotWithShape="1">
          <a:blip r:embed="rId3">
            <a:alphaModFix/>
          </a:blip>
          <a:srcRect b="0" l="0" r="0" t="0"/>
          <a:stretch/>
        </p:blipFill>
        <p:spPr>
          <a:xfrm>
            <a:off x="762000" y="2305685"/>
            <a:ext cx="7066915" cy="4023995"/>
          </a:xfrm>
          <a:prstGeom prst="rect">
            <a:avLst/>
          </a:prstGeom>
          <a:noFill/>
          <a:ln>
            <a:noFill/>
          </a:ln>
          <a:effectLst>
            <a:outerShdw rotWithShape="0" algn="ctr" dir="2699999" dist="35921">
              <a:schemeClr val="lt1"/>
            </a:outerShdw>
          </a:effectLst>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9"/>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pic>
        <p:nvPicPr>
          <p:cNvPr id="397" name="Google Shape;397;p39"/>
          <p:cNvPicPr preferRelativeResize="0"/>
          <p:nvPr>
            <p:ph idx="1" type="body"/>
          </p:nvPr>
        </p:nvPicPr>
        <p:blipFill rotWithShape="1">
          <a:blip r:embed="rId3">
            <a:alphaModFix/>
          </a:blip>
          <a:srcRect b="0" l="0" r="0" t="0"/>
          <a:stretch/>
        </p:blipFill>
        <p:spPr>
          <a:xfrm>
            <a:off x="761365" y="2098675"/>
            <a:ext cx="7054215" cy="4257040"/>
          </a:xfrm>
          <a:prstGeom prst="rect">
            <a:avLst/>
          </a:prstGeom>
          <a:noFill/>
          <a:ln>
            <a:noFill/>
          </a:ln>
          <a:effectLst>
            <a:outerShdw rotWithShape="0" algn="ctr" dir="2699999" dist="35921">
              <a:schemeClr val="lt1"/>
            </a:outerShdw>
          </a:effectLst>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0"/>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pic>
        <p:nvPicPr>
          <p:cNvPr id="403" name="Google Shape;403;p40"/>
          <p:cNvPicPr preferRelativeResize="0"/>
          <p:nvPr>
            <p:ph idx="1" type="body"/>
          </p:nvPr>
        </p:nvPicPr>
        <p:blipFill rotWithShape="1">
          <a:blip r:embed="rId3">
            <a:alphaModFix/>
          </a:blip>
          <a:srcRect b="0" l="0" r="0" t="0"/>
          <a:stretch/>
        </p:blipFill>
        <p:spPr>
          <a:xfrm>
            <a:off x="1153795" y="2305685"/>
            <a:ext cx="6623050" cy="4127500"/>
          </a:xfrm>
          <a:prstGeom prst="rect">
            <a:avLst/>
          </a:prstGeom>
          <a:noFill/>
          <a:ln>
            <a:noFill/>
          </a:ln>
          <a:effectLst>
            <a:outerShdw rotWithShape="0" algn="ctr" dir="2699999" dist="35921">
              <a:schemeClr val="lt1"/>
            </a:outerShdw>
          </a:effectLst>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1"/>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pic>
        <p:nvPicPr>
          <p:cNvPr id="409" name="Google Shape;409;p41"/>
          <p:cNvPicPr preferRelativeResize="0"/>
          <p:nvPr>
            <p:ph idx="1" type="body"/>
          </p:nvPr>
        </p:nvPicPr>
        <p:blipFill rotWithShape="1">
          <a:blip r:embed="rId3">
            <a:alphaModFix/>
          </a:blip>
          <a:srcRect b="0" l="0" r="0" t="0"/>
          <a:stretch/>
        </p:blipFill>
        <p:spPr>
          <a:xfrm>
            <a:off x="2205990" y="2305685"/>
            <a:ext cx="4752975" cy="3686175"/>
          </a:xfrm>
          <a:prstGeom prst="rect">
            <a:avLst/>
          </a:prstGeom>
          <a:noFill/>
          <a:ln>
            <a:noFill/>
          </a:ln>
          <a:effectLst>
            <a:outerShdw rotWithShape="0" algn="ctr" dir="2699999" dist="35921">
              <a:schemeClr val="lt1"/>
            </a:outerShdw>
          </a:effectLst>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2"/>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pic>
        <p:nvPicPr>
          <p:cNvPr id="415" name="Google Shape;415;p42"/>
          <p:cNvPicPr preferRelativeResize="0"/>
          <p:nvPr>
            <p:ph idx="1" type="body"/>
          </p:nvPr>
        </p:nvPicPr>
        <p:blipFill rotWithShape="1">
          <a:blip r:embed="rId3">
            <a:alphaModFix/>
          </a:blip>
          <a:srcRect b="0" l="0" r="0" t="0"/>
          <a:stretch/>
        </p:blipFill>
        <p:spPr>
          <a:xfrm>
            <a:off x="985520" y="2305685"/>
            <a:ext cx="7038340" cy="3919220"/>
          </a:xfrm>
          <a:prstGeom prst="rect">
            <a:avLst/>
          </a:prstGeom>
          <a:noFill/>
          <a:ln>
            <a:noFill/>
          </a:ln>
          <a:effectLst>
            <a:outerShdw rotWithShape="0" algn="ctr" dir="2699999" dist="35921">
              <a:schemeClr val="lt1"/>
            </a:outerShdw>
          </a:effectLst>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3"/>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pic>
        <p:nvPicPr>
          <p:cNvPr id="421" name="Google Shape;421;p43"/>
          <p:cNvPicPr preferRelativeResize="0"/>
          <p:nvPr>
            <p:ph idx="1" type="body"/>
          </p:nvPr>
        </p:nvPicPr>
        <p:blipFill rotWithShape="1">
          <a:blip r:embed="rId3">
            <a:alphaModFix/>
          </a:blip>
          <a:srcRect b="0" l="0" r="0" t="0"/>
          <a:stretch/>
        </p:blipFill>
        <p:spPr>
          <a:xfrm>
            <a:off x="762000" y="2297430"/>
            <a:ext cx="7225665" cy="3989070"/>
          </a:xfrm>
          <a:prstGeom prst="rect">
            <a:avLst/>
          </a:prstGeom>
          <a:noFill/>
          <a:ln>
            <a:noFill/>
          </a:ln>
          <a:effectLst>
            <a:outerShdw rotWithShape="0" algn="ctr" dir="2699999" dist="35921">
              <a:schemeClr val="lt1"/>
            </a:outerShdw>
          </a:effectLst>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4"/>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pic>
        <p:nvPicPr>
          <p:cNvPr id="427" name="Google Shape;427;p44"/>
          <p:cNvPicPr preferRelativeResize="0"/>
          <p:nvPr>
            <p:ph idx="1" type="body"/>
          </p:nvPr>
        </p:nvPicPr>
        <p:blipFill rotWithShape="1">
          <a:blip r:embed="rId3">
            <a:alphaModFix/>
          </a:blip>
          <a:srcRect b="0" l="0" r="0" t="0"/>
          <a:stretch/>
        </p:blipFill>
        <p:spPr>
          <a:xfrm>
            <a:off x="762000" y="2102485"/>
            <a:ext cx="7044690" cy="4300220"/>
          </a:xfrm>
          <a:prstGeom prst="rect">
            <a:avLst/>
          </a:prstGeom>
          <a:noFill/>
          <a:ln>
            <a:noFill/>
          </a:ln>
          <a:effectLst>
            <a:outerShdw rotWithShape="0" algn="ctr" dir="2699999" dist="35921">
              <a:schemeClr val="lt1"/>
            </a:outerShdw>
          </a:effectLst>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5"/>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pic>
        <p:nvPicPr>
          <p:cNvPr id="433" name="Google Shape;433;p45"/>
          <p:cNvPicPr preferRelativeResize="0"/>
          <p:nvPr>
            <p:ph idx="1" type="body"/>
          </p:nvPr>
        </p:nvPicPr>
        <p:blipFill rotWithShape="1">
          <a:blip r:embed="rId3">
            <a:alphaModFix/>
          </a:blip>
          <a:srcRect b="0" l="0" r="0" t="0"/>
          <a:stretch/>
        </p:blipFill>
        <p:spPr>
          <a:xfrm>
            <a:off x="762000" y="2647315"/>
            <a:ext cx="7407275" cy="3859530"/>
          </a:xfrm>
          <a:prstGeom prst="rect">
            <a:avLst/>
          </a:prstGeom>
          <a:noFill/>
          <a:ln>
            <a:noFill/>
          </a:ln>
          <a:effectLst>
            <a:outerShdw rotWithShape="0" algn="ctr" dir="2699999" dist="35921">
              <a:schemeClr val="lt1"/>
            </a:outerShdw>
          </a:effectLst>
        </p:spPr>
      </p:pic>
      <p:sp>
        <p:nvSpPr>
          <p:cNvPr id="434" name="Google Shape;434;p45"/>
          <p:cNvSpPr txBox="1"/>
          <p:nvPr/>
        </p:nvSpPr>
        <p:spPr>
          <a:xfrm>
            <a:off x="443230" y="2012315"/>
            <a:ext cx="5869940"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IN" sz="2400" u="none" cap="none" strike="noStrike">
                <a:solidFill>
                  <a:schemeClr val="dk1"/>
                </a:solidFill>
                <a:latin typeface="Times New Roman"/>
                <a:ea typeface="Times New Roman"/>
                <a:cs typeface="Times New Roman"/>
                <a:sym typeface="Times New Roman"/>
              </a:rPr>
              <a:t>Once the setup finishes ...click aunch Git Bash</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6"/>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pic>
        <p:nvPicPr>
          <p:cNvPr id="440" name="Google Shape;440;p46"/>
          <p:cNvPicPr preferRelativeResize="0"/>
          <p:nvPr>
            <p:ph idx="1" type="body"/>
          </p:nvPr>
        </p:nvPicPr>
        <p:blipFill rotWithShape="1">
          <a:blip r:embed="rId3">
            <a:alphaModFix/>
          </a:blip>
          <a:srcRect b="0" l="0" r="0" t="0"/>
          <a:stretch/>
        </p:blipFill>
        <p:spPr>
          <a:xfrm>
            <a:off x="385445" y="2651760"/>
            <a:ext cx="8449310" cy="3681730"/>
          </a:xfrm>
          <a:prstGeom prst="rect">
            <a:avLst/>
          </a:prstGeom>
          <a:noFill/>
          <a:ln>
            <a:noFill/>
          </a:ln>
          <a:effectLst>
            <a:outerShdw rotWithShape="0" algn="ctr" dir="2699999" dist="35921">
              <a:schemeClr val="lt1"/>
            </a:outerShdw>
          </a:effectLst>
        </p:spPr>
      </p:pic>
      <p:sp>
        <p:nvSpPr>
          <p:cNvPr id="441" name="Google Shape;441;p46"/>
          <p:cNvSpPr txBox="1"/>
          <p:nvPr/>
        </p:nvSpPr>
        <p:spPr>
          <a:xfrm>
            <a:off x="701040" y="2090420"/>
            <a:ext cx="4210050"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IN" sz="2400" u="none">
                <a:solidFill>
                  <a:schemeClr val="dk1"/>
                </a:solidFill>
                <a:latin typeface="Times New Roman"/>
                <a:ea typeface="Times New Roman"/>
                <a:cs typeface="Times New Roman"/>
                <a:sym typeface="Times New Roman"/>
              </a:rPr>
              <a:t>The Git Bash Window will open.</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7"/>
          <p:cNvSpPr txBox="1"/>
          <p:nvPr>
            <p:ph type="title"/>
          </p:nvPr>
        </p:nvSpPr>
        <p:spPr>
          <a:xfrm>
            <a:off x="762000" y="333375"/>
            <a:ext cx="7696200" cy="1066800"/>
          </a:xfrm>
          <a:prstGeom prst="rect">
            <a:avLst/>
          </a:prstGeom>
          <a:noFill/>
          <a:ln>
            <a:noFill/>
          </a:ln>
          <a:effectLst>
            <a:outerShdw rotWithShape="0" algn="ctr" dir="2699999" dist="35921">
              <a:schemeClr val="lt1"/>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lang="en-IN"/>
              <a:t>GIT </a:t>
            </a:r>
            <a:endParaRPr/>
          </a:p>
        </p:txBody>
      </p:sp>
      <p:sp>
        <p:nvSpPr>
          <p:cNvPr id="447" name="Google Shape;447;p47"/>
          <p:cNvSpPr txBox="1"/>
          <p:nvPr>
            <p:ph idx="1" type="body"/>
          </p:nvPr>
        </p:nvSpPr>
        <p:spPr>
          <a:xfrm>
            <a:off x="385445" y="1773555"/>
            <a:ext cx="8449310" cy="4751070"/>
          </a:xfrm>
          <a:prstGeom prst="rect">
            <a:avLst/>
          </a:prstGeom>
          <a:noFill/>
          <a:ln>
            <a:noFill/>
          </a:ln>
          <a:effectLst>
            <a:outerShdw rotWithShape="0" algn="ctr" dir="2699999" dist="35921">
              <a:schemeClr val="lt1"/>
            </a:outerShdw>
          </a:effectLst>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IN"/>
              <a:t>Install Git on Linux</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On Centos/RedHat</a:t>
            </a:r>
            <a:endParaRPr/>
          </a:p>
          <a:p>
            <a:pPr indent="-342900" lvl="0" marL="342900" rtl="0" algn="l">
              <a:lnSpc>
                <a:spcPct val="100000"/>
              </a:lnSpc>
              <a:spcBef>
                <a:spcPts val="640"/>
              </a:spcBef>
              <a:spcAft>
                <a:spcPts val="0"/>
              </a:spcAft>
              <a:buSzPts val="2400"/>
              <a:buChar char="●"/>
            </a:pPr>
            <a:r>
              <a:rPr lang="en-IN"/>
              <a:t>yum install git -y </a:t>
            </a:r>
            <a:endParaRPr/>
          </a:p>
          <a:p>
            <a:pPr indent="-190500" lvl="0" marL="342900" rtl="0" algn="l">
              <a:lnSpc>
                <a:spcPct val="100000"/>
              </a:lnSpc>
              <a:spcBef>
                <a:spcPts val="640"/>
              </a:spcBef>
              <a:spcAft>
                <a:spcPts val="0"/>
              </a:spcAft>
              <a:buSzPts val="2400"/>
              <a:buNone/>
            </a:pPr>
            <a:r>
              <a:t/>
            </a:r>
            <a:endParaRPr/>
          </a:p>
          <a:p>
            <a:pPr indent="-342900" lvl="0" marL="342900" rtl="0" algn="l">
              <a:lnSpc>
                <a:spcPct val="100000"/>
              </a:lnSpc>
              <a:spcBef>
                <a:spcPts val="640"/>
              </a:spcBef>
              <a:spcAft>
                <a:spcPts val="0"/>
              </a:spcAft>
              <a:buSzPts val="2400"/>
              <a:buChar char="●"/>
            </a:pPr>
            <a:r>
              <a:rPr lang="en-IN"/>
              <a:t>On Ubuntu</a:t>
            </a:r>
            <a:endParaRPr/>
          </a:p>
          <a:p>
            <a:pPr indent="-342900" lvl="0" marL="342900" rtl="0" algn="l">
              <a:lnSpc>
                <a:spcPct val="100000"/>
              </a:lnSpc>
              <a:spcBef>
                <a:spcPts val="640"/>
              </a:spcBef>
              <a:spcAft>
                <a:spcPts val="0"/>
              </a:spcAft>
              <a:buSzPts val="2400"/>
              <a:buChar char="●"/>
            </a:pPr>
            <a:r>
              <a:rPr lang="en-IN"/>
              <a:t>apt-get  install  git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Default Design">
  <a:themeElements>
    <a:clrScheme name="">
      <a:dk1>
        <a:srgbClr val="FFFFFF"/>
      </a:dk1>
      <a:lt1>
        <a:srgbClr val="000000"/>
      </a:lt1>
      <a:dk2>
        <a:srgbClr val="E8EDF2"/>
      </a:dk2>
      <a:lt2>
        <a:srgbClr val="000000"/>
      </a:lt2>
      <a:accent1>
        <a:srgbClr val="D8E1EC"/>
      </a:accent1>
      <a:accent2>
        <a:srgbClr val="CFD795"/>
      </a:accent2>
      <a:accent3>
        <a:srgbClr val="AAAAAA"/>
      </a:accent3>
      <a:accent4>
        <a:srgbClr val="DCDCDC"/>
      </a:accent4>
      <a:accent5>
        <a:srgbClr val="E8EDF4"/>
      </a:accent5>
      <a:accent6>
        <a:srgbClr val="B9C185"/>
      </a:accent6>
      <a:hlink>
        <a:srgbClr val="D59F07"/>
      </a:hlink>
      <a:folHlink>
        <a:srgbClr val="94B26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
      <a:dk1>
        <a:srgbClr val="FFFFFF"/>
      </a:dk1>
      <a:lt1>
        <a:srgbClr val="000000"/>
      </a:lt1>
      <a:dk2>
        <a:srgbClr val="E8EDF2"/>
      </a:dk2>
      <a:lt2>
        <a:srgbClr val="000000"/>
      </a:lt2>
      <a:accent1>
        <a:srgbClr val="D8E1EC"/>
      </a:accent1>
      <a:accent2>
        <a:srgbClr val="CFD795"/>
      </a:accent2>
      <a:accent3>
        <a:srgbClr val="AAAAAA"/>
      </a:accent3>
      <a:accent4>
        <a:srgbClr val="DCDCDC"/>
      </a:accent4>
      <a:accent5>
        <a:srgbClr val="E8EDF4"/>
      </a:accent5>
      <a:accent6>
        <a:srgbClr val="B9C185"/>
      </a:accent6>
      <a:hlink>
        <a:srgbClr val="D59F07"/>
      </a:hlink>
      <a:folHlink>
        <a:srgbClr val="94B26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1999-12-02T05:36:26Z</dcterms:created>
  <dc:creator>Template Central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arkets">
    <vt:lpwstr/>
  </property>
  <property fmtid="{D5CDD505-2E9C-101B-9397-08002B2CF9AE}" pid="3" name="AssetType">
    <vt:lpwstr>TP</vt:lpwstr>
  </property>
  <property fmtid="{D5CDD505-2E9C-101B-9397-08002B2CF9AE}" pid="4" name="BugNumber">
    <vt:lpwstr>492138L</vt:lpwstr>
  </property>
  <property fmtid="{D5CDD505-2E9C-101B-9397-08002B2CF9AE}" pid="5" name="TPInstallLocation">
    <vt:lpwstr>{Document Themes}</vt:lpwstr>
  </property>
  <property fmtid="{D5CDD505-2E9C-101B-9397-08002B2CF9AE}" pid="6" name="PrimaryImageGen">
    <vt:lpwstr>1</vt:lpwstr>
  </property>
  <property fmtid="{D5CDD505-2E9C-101B-9397-08002B2CF9AE}" pid="7" name="display_urn:schemas-microsoft-com:office:office#APAuthor">
    <vt:lpwstr>REDMOND\cynvey</vt:lpwstr>
  </property>
  <property fmtid="{D5CDD505-2E9C-101B-9397-08002B2CF9AE}" pid="8" name="APAuthor">
    <vt:lpwstr>191</vt:lpwstr>
  </property>
  <property fmtid="{D5CDD505-2E9C-101B-9397-08002B2CF9AE}" pid="9" name="Milestone">
    <vt:lpwstr>Continuous</vt:lpwstr>
  </property>
  <property fmtid="{D5CDD505-2E9C-101B-9397-08002B2CF9AE}" pid="10" name="TPAppVersion">
    <vt:lpwstr>11</vt:lpwstr>
  </property>
  <property fmtid="{D5CDD505-2E9C-101B-9397-08002B2CF9AE}" pid="11" name="TPCommandLine">
    <vt:lpwstr>{PP} {FilePath}</vt:lpwstr>
  </property>
  <property fmtid="{D5CDD505-2E9C-101B-9397-08002B2CF9AE}" pid="12" name="AssetId">
    <vt:lpwstr>TS001140799</vt:lpwstr>
  </property>
  <property fmtid="{D5CDD505-2E9C-101B-9397-08002B2CF9AE}" pid="13" name="IsSearchable">
    <vt:lpwstr>0</vt:lpwstr>
  </property>
  <property fmtid="{D5CDD505-2E9C-101B-9397-08002B2CF9AE}" pid="14" name="NumericId">
    <vt:lpwstr>-1.00000000000000</vt:lpwstr>
  </property>
  <property fmtid="{D5CDD505-2E9C-101B-9397-08002B2CF9AE}" pid="15" name="PublishTargets">
    <vt:lpwstr>OfficeOnline</vt:lpwstr>
  </property>
  <property fmtid="{D5CDD505-2E9C-101B-9397-08002B2CF9AE}" pid="16" name="TPLaunchHelpLinkType">
    <vt:lpwstr>Template</vt:lpwstr>
  </property>
  <property fmtid="{D5CDD505-2E9C-101B-9397-08002B2CF9AE}" pid="17" name="TPFriendlyName">
    <vt:lpwstr>Glowing puzzle pieces design template</vt:lpwstr>
  </property>
  <property fmtid="{D5CDD505-2E9C-101B-9397-08002B2CF9AE}" pid="18" name="display_urn:schemas-microsoft-com:office:office#APEditor">
    <vt:lpwstr>REDMOND\v-luannv</vt:lpwstr>
  </property>
  <property fmtid="{D5CDD505-2E9C-101B-9397-08002B2CF9AE}" pid="19" name="APEditor">
    <vt:lpwstr>92</vt:lpwstr>
  </property>
  <property fmtid="{D5CDD505-2E9C-101B-9397-08002B2CF9AE}" pid="20" name="Provider">
    <vt:lpwstr>EY001142237</vt:lpwstr>
  </property>
  <property fmtid="{D5CDD505-2E9C-101B-9397-08002B2CF9AE}" pid="21" name="SourceTitle">
    <vt:lpwstr>Glowing puzzle pieces design template</vt:lpwstr>
  </property>
  <property fmtid="{D5CDD505-2E9C-101B-9397-08002B2CF9AE}" pid="22" name="TPApplication">
    <vt:lpwstr>PowerPoint</vt:lpwstr>
  </property>
  <property fmtid="{D5CDD505-2E9C-101B-9397-08002B2CF9AE}" pid="23" name="TPLaunchHelpLink">
    <vt:lpwstr/>
  </property>
  <property fmtid="{D5CDD505-2E9C-101B-9397-08002B2CF9AE}" pid="24" name="OpenTemplate">
    <vt:lpwstr>1</vt:lpwstr>
  </property>
  <property fmtid="{D5CDD505-2E9C-101B-9397-08002B2CF9AE}" pid="25" name="UACurrentWords">
    <vt:lpwstr>0</vt:lpwstr>
  </property>
  <property fmtid="{D5CDD505-2E9C-101B-9397-08002B2CF9AE}" pid="26" name="UALocRecommendation">
    <vt:lpwstr>Localize</vt:lpwstr>
  </property>
  <property fmtid="{D5CDD505-2E9C-101B-9397-08002B2CF9AE}" pid="27" name="Applications">
    <vt:lpwstr>64;#PowerPoint 2003;#66;#PowerPoint - Design Templt 2003;#65;#Microsoft Office PowerPoint 2007;#67;#PowerPoint - Design Templt 12;#79;#Template 12</vt:lpwstr>
  </property>
  <property fmtid="{D5CDD505-2E9C-101B-9397-08002B2CF9AE}" pid="28" name="TemplateStatus">
    <vt:lpwstr>Complete</vt:lpwstr>
  </property>
  <property fmtid="{D5CDD505-2E9C-101B-9397-08002B2CF9AE}" pid="29" name="ContentTypeId">
    <vt:lpwstr>0x0101006025706CF4CD034688BEBAE97A2E701D020200C3831ACA17D8814887A164412888521E</vt:lpwstr>
  </property>
  <property fmtid="{D5CDD505-2E9C-101B-9397-08002B2CF9AE}" pid="30" name="IsDeleted">
    <vt:lpwstr>0</vt:lpwstr>
  </property>
  <property fmtid="{D5CDD505-2E9C-101B-9397-08002B2CF9AE}" pid="31" name="ShowIn">
    <vt:lpwstr>Show everywhere</vt:lpwstr>
  </property>
  <property fmtid="{D5CDD505-2E9C-101B-9397-08002B2CF9AE}" pid="32" name="UANotes">
    <vt:lpwstr>Text is visible in high contrast mode, but graphics are not.</vt:lpwstr>
  </property>
  <property fmtid="{D5CDD505-2E9C-101B-9397-08002B2CF9AE}" pid="33" name="PublishStatusLookup">
    <vt:lpwstr>259473</vt:lpwstr>
  </property>
  <property fmtid="{D5CDD505-2E9C-101B-9397-08002B2CF9AE}" pid="34" name="TPClientViewer">
    <vt:lpwstr>Microsoft Office PowerPoint</vt:lpwstr>
  </property>
  <property fmtid="{D5CDD505-2E9C-101B-9397-08002B2CF9AE}" pid="35" name="TPComponent">
    <vt:lpwstr>PPTFiles</vt:lpwstr>
  </property>
  <property fmtid="{D5CDD505-2E9C-101B-9397-08002B2CF9AE}" pid="36" name="TPNamespace">
    <vt:lpwstr>POWERPNT</vt:lpwstr>
  </property>
  <property fmtid="{D5CDD505-2E9C-101B-9397-08002B2CF9AE}" pid="37" name="APTrustLevel">
    <vt:lpwstr>1.00000000000000</vt:lpwstr>
  </property>
  <property fmtid="{D5CDD505-2E9C-101B-9397-08002B2CF9AE}" pid="38" name="TrustLevel">
    <vt:lpwstr>Microsoft Managed Content</vt:lpwstr>
  </property>
  <property fmtid="{D5CDD505-2E9C-101B-9397-08002B2CF9AE}" pid="39" name="Content Type">
    <vt:lpwstr>OOFile</vt:lpwstr>
  </property>
  <property fmtid="{D5CDD505-2E9C-101B-9397-08002B2CF9AE}" pid="40" name="AuthoringAssetId">
    <vt:lpwstr>TP001140799</vt:lpwstr>
  </property>
  <property fmtid="{D5CDD505-2E9C-101B-9397-08002B2CF9AE}" pid="41" name="KSOProductBuildVer">
    <vt:lpwstr>1033-10.2.0.7646</vt:lpwstr>
  </property>
</Properties>
</file>